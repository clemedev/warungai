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65" r:id="rId16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F053C-1FF4-4E31-8D34-D69510A1C253}" v="94" dt="2026-07-18T00:47:36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 Yen Yang" userId="b6b8e205c13bf701" providerId="LiveId" clId="{4F5E12EF-4D7A-464D-885C-270FA1BBE6DC}"/>
    <pc:docChg chg="custSel addSld delSld modSld sldOrd">
      <pc:chgData name="Hon Yen Yang" userId="b6b8e205c13bf701" providerId="LiveId" clId="{4F5E12EF-4D7A-464D-885C-270FA1BBE6DC}" dt="2026-07-18T00:49:10.064" v="3456" actId="729"/>
      <pc:docMkLst>
        <pc:docMk/>
      </pc:docMkLst>
      <pc:sldChg chg="modSp mod">
        <pc:chgData name="Hon Yen Yang" userId="b6b8e205c13bf701" providerId="LiveId" clId="{4F5E12EF-4D7A-464D-885C-270FA1BBE6DC}" dt="2026-07-18T00:45:42.975" v="3367" actId="20577"/>
        <pc:sldMkLst>
          <pc:docMk/>
          <pc:sldMk cId="0" sldId="258"/>
        </pc:sldMkLst>
        <pc:spChg chg="mod">
          <ac:chgData name="Hon Yen Yang" userId="b6b8e205c13bf701" providerId="LiveId" clId="{4F5E12EF-4D7A-464D-885C-270FA1BBE6DC}" dt="2026-07-18T00:45:42.975" v="3367" actId="20577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Hon Yen Yang" userId="b6b8e205c13bf701" providerId="LiveId" clId="{4F5E12EF-4D7A-464D-885C-270FA1BBE6DC}" dt="2026-07-18T00:46:21.185" v="3376"/>
        <pc:sldMkLst>
          <pc:docMk/>
          <pc:sldMk cId="0" sldId="259"/>
        </pc:sldMkLst>
        <pc:spChg chg="mod">
          <ac:chgData name="Hon Yen Yang" userId="b6b8e205c13bf701" providerId="LiveId" clId="{4F5E12EF-4D7A-464D-885C-270FA1BBE6DC}" dt="2026-07-18T00:46:21.185" v="3376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Hon Yen Yang" userId="b6b8e205c13bf701" providerId="LiveId" clId="{4F5E12EF-4D7A-464D-885C-270FA1BBE6DC}" dt="2026-07-18T00:47:07.711" v="3412" actId="1035"/>
        <pc:sldMkLst>
          <pc:docMk/>
          <pc:sldMk cId="0" sldId="261"/>
        </pc:sldMkLst>
        <pc:spChg chg="mod">
          <ac:chgData name="Hon Yen Yang" userId="b6b8e205c13bf701" providerId="LiveId" clId="{4F5E12EF-4D7A-464D-885C-270FA1BBE6DC}" dt="2026-07-18T00:47:07.711" v="3412" actId="1035"/>
          <ac:spMkLst>
            <pc:docMk/>
            <pc:sldMk cId="0" sldId="261"/>
            <ac:spMk id="5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7:07.711" v="3412" actId="1035"/>
          <ac:spMkLst>
            <pc:docMk/>
            <pc:sldMk cId="0" sldId="261"/>
            <ac:spMk id="8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7:07.711" v="3412" actId="10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7:07.711" v="3412" actId="103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7:07.711" v="3412" actId="1035"/>
          <ac:spMkLst>
            <pc:docMk/>
            <pc:sldMk cId="0" sldId="261"/>
            <ac:spMk id="17" creationId="{00000000-0000-0000-0000-000000000000}"/>
          </ac:spMkLst>
        </pc:spChg>
      </pc:sldChg>
      <pc:sldChg chg="delSp modSp mod modShow">
        <pc:chgData name="Hon Yen Yang" userId="b6b8e205c13bf701" providerId="LiveId" clId="{4F5E12EF-4D7A-464D-885C-270FA1BBE6DC}" dt="2026-07-18T00:49:10.064" v="3456" actId="729"/>
        <pc:sldMkLst>
          <pc:docMk/>
          <pc:sldMk cId="0" sldId="262"/>
        </pc:sldMkLst>
        <pc:spChg chg="del">
          <ac:chgData name="Hon Yen Yang" userId="b6b8e205c13bf701" providerId="LiveId" clId="{4F5E12EF-4D7A-464D-885C-270FA1BBE6DC}" dt="2026-07-18T00:48:00.350" v="3442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Hon Yen Yang" userId="b6b8e205c13bf701" providerId="LiveId" clId="{4F5E12EF-4D7A-464D-885C-270FA1BBE6DC}" dt="2026-07-18T00:48:00.350" v="3442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Hon Yen Yang" userId="b6b8e205c13bf701" providerId="LiveId" clId="{4F5E12EF-4D7A-464D-885C-270FA1BBE6DC}" dt="2026-07-18T00:48:11.299" v="3446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Hon Yen Yang" userId="b6b8e205c13bf701" providerId="LiveId" clId="{4F5E12EF-4D7A-464D-885C-270FA1BBE6DC}" dt="2026-07-18T00:48:00.350" v="3442" actId="478"/>
          <ac:spMkLst>
            <pc:docMk/>
            <pc:sldMk cId="0" sldId="262"/>
            <ac:spMk id="13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Hon Yen Yang" userId="b6b8e205c13bf701" providerId="LiveId" clId="{4F5E12EF-4D7A-464D-885C-270FA1BBE6DC}" dt="2026-07-18T00:48:09.430" v="3445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Hon Yen Yang" userId="b6b8e205c13bf701" providerId="LiveId" clId="{4F5E12EF-4D7A-464D-885C-270FA1BBE6DC}" dt="2026-07-18T00:48:32.078" v="3451" actId="1076"/>
          <ac:spMkLst>
            <pc:docMk/>
            <pc:sldMk cId="0" sldId="262"/>
            <ac:spMk id="32" creationId="{00000000-0000-0000-0000-000000000000}"/>
          </ac:spMkLst>
        </pc:spChg>
        <pc:picChg chg="del mod">
          <ac:chgData name="Hon Yen Yang" userId="b6b8e205c13bf701" providerId="LiveId" clId="{4F5E12EF-4D7A-464D-885C-270FA1BBE6DC}" dt="2026-07-18T00:48:09.430" v="3445" actId="478"/>
          <ac:picMkLst>
            <pc:docMk/>
            <pc:sldMk cId="0" sldId="262"/>
            <ac:picMk id="10" creationId="{00000000-0000-0000-0000-000000000000}"/>
          </ac:picMkLst>
        </pc:picChg>
        <pc:picChg chg="del mod">
          <ac:chgData name="Hon Yen Yang" userId="b6b8e205c13bf701" providerId="LiveId" clId="{4F5E12EF-4D7A-464D-885C-270FA1BBE6DC}" dt="2026-07-18T00:48:09.430" v="3445" actId="478"/>
          <ac:picMkLst>
            <pc:docMk/>
            <pc:sldMk cId="0" sldId="262"/>
            <ac:picMk id="15" creationId="{00000000-0000-0000-0000-000000000000}"/>
          </ac:picMkLst>
        </pc:picChg>
      </pc:sldChg>
      <pc:sldChg chg="ord">
        <pc:chgData name="Hon Yen Yang" userId="b6b8e205c13bf701" providerId="LiveId" clId="{4F5E12EF-4D7A-464D-885C-270FA1BBE6DC}" dt="2026-07-18T00:48:58.393" v="3455"/>
        <pc:sldMkLst>
          <pc:docMk/>
          <pc:sldMk cId="0" sldId="265"/>
        </pc:sldMkLst>
      </pc:sldChg>
      <pc:sldChg chg="ord">
        <pc:chgData name="Hon Yen Yang" userId="b6b8e205c13bf701" providerId="LiveId" clId="{4F5E12EF-4D7A-464D-885C-270FA1BBE6DC}" dt="2026-07-18T00:48:52.980" v="3453"/>
        <pc:sldMkLst>
          <pc:docMk/>
          <pc:sldMk cId="0" sldId="266"/>
        </pc:sldMkLst>
      </pc:sldChg>
      <pc:sldChg chg="addSp modSp add del mod modTransition setBg">
        <pc:chgData name="Hon Yen Yang" userId="b6b8e205c13bf701" providerId="LiveId" clId="{4F5E12EF-4D7A-464D-885C-270FA1BBE6DC}" dt="2026-07-18T00:34:38.697" v="1054" actId="2696"/>
        <pc:sldMkLst>
          <pc:docMk/>
          <pc:sldMk cId="493244743" sldId="267"/>
        </pc:sldMkLst>
        <pc:spChg chg="add mod">
          <ac:chgData name="Hon Yen Yang" userId="b6b8e205c13bf701" providerId="LiveId" clId="{4F5E12EF-4D7A-464D-885C-270FA1BBE6DC}" dt="2026-07-18T00:31:33.497" v="8"/>
          <ac:spMkLst>
            <pc:docMk/>
            <pc:sldMk cId="493244743" sldId="267"/>
            <ac:spMk id="2" creationId="{FF71C5E1-38A0-46C4-0AB4-6A950B858C97}"/>
          </ac:spMkLst>
        </pc:spChg>
        <pc:spChg chg="add mod">
          <ac:chgData name="Hon Yen Yang" userId="b6b8e205c13bf701" providerId="LiveId" clId="{4F5E12EF-4D7A-464D-885C-270FA1BBE6DC}" dt="2026-07-18T00:31:33.671" v="20" actId="948"/>
          <ac:spMkLst>
            <pc:docMk/>
            <pc:sldMk cId="493244743" sldId="267"/>
            <ac:spMk id="3" creationId="{2495FD57-03F6-754B-D8C8-E4312AEB1D2E}"/>
          </ac:spMkLst>
        </pc:spChg>
        <pc:spChg chg="add mod">
          <ac:chgData name="Hon Yen Yang" userId="b6b8e205c13bf701" providerId="LiveId" clId="{4F5E12EF-4D7A-464D-885C-270FA1BBE6DC}" dt="2026-07-18T00:31:33.706" v="31" actId="947"/>
          <ac:spMkLst>
            <pc:docMk/>
            <pc:sldMk cId="493244743" sldId="267"/>
            <ac:spMk id="4" creationId="{D01B58D8-23D0-93F9-EF02-B839DCC100CE}"/>
          </ac:spMkLst>
        </pc:spChg>
        <pc:spChg chg="add mod">
          <ac:chgData name="Hon Yen Yang" userId="b6b8e205c13bf701" providerId="LiveId" clId="{4F5E12EF-4D7A-464D-885C-270FA1BBE6DC}" dt="2026-07-18T00:31:33.734" v="42" actId="947"/>
          <ac:spMkLst>
            <pc:docMk/>
            <pc:sldMk cId="493244743" sldId="267"/>
            <ac:spMk id="5" creationId="{02789604-D1C1-6A1C-99C0-DDACB7264D49}"/>
          </ac:spMkLst>
        </pc:spChg>
        <pc:spChg chg="add mod">
          <ac:chgData name="Hon Yen Yang" userId="b6b8e205c13bf701" providerId="LiveId" clId="{4F5E12EF-4D7A-464D-885C-270FA1BBE6DC}" dt="2026-07-18T00:31:33.738" v="45"/>
          <ac:spMkLst>
            <pc:docMk/>
            <pc:sldMk cId="493244743" sldId="267"/>
            <ac:spMk id="6" creationId="{BA2CE78B-CA04-DB5C-AE0F-B70A05D242E5}"/>
          </ac:spMkLst>
        </pc:spChg>
        <pc:spChg chg="add mod">
          <ac:chgData name="Hon Yen Yang" userId="b6b8e205c13bf701" providerId="LiveId" clId="{4F5E12EF-4D7A-464D-885C-270FA1BBE6DC}" dt="2026-07-18T00:31:33.748" v="56" actId="947"/>
          <ac:spMkLst>
            <pc:docMk/>
            <pc:sldMk cId="493244743" sldId="267"/>
            <ac:spMk id="7" creationId="{44C34D87-0BA9-E7CD-1E4F-154E09E2D976}"/>
          </ac:spMkLst>
        </pc:spChg>
        <pc:spChg chg="add mod">
          <ac:chgData name="Hon Yen Yang" userId="b6b8e205c13bf701" providerId="LiveId" clId="{4F5E12EF-4D7A-464D-885C-270FA1BBE6DC}" dt="2026-07-18T00:31:33.764" v="59"/>
          <ac:spMkLst>
            <pc:docMk/>
            <pc:sldMk cId="493244743" sldId="267"/>
            <ac:spMk id="8" creationId="{A147D5C2-4335-D24E-8ED1-13C10932BFA1}"/>
          </ac:spMkLst>
        </pc:spChg>
        <pc:spChg chg="add mod">
          <ac:chgData name="Hon Yen Yang" userId="b6b8e205c13bf701" providerId="LiveId" clId="{4F5E12EF-4D7A-464D-885C-270FA1BBE6DC}" dt="2026-07-18T00:31:33.764" v="62"/>
          <ac:spMkLst>
            <pc:docMk/>
            <pc:sldMk cId="493244743" sldId="267"/>
            <ac:spMk id="9" creationId="{A45E63C2-EAAD-DFF8-DFC9-D524D8C2F0E3}"/>
          </ac:spMkLst>
        </pc:spChg>
        <pc:spChg chg="add mod">
          <ac:chgData name="Hon Yen Yang" userId="b6b8e205c13bf701" providerId="LiveId" clId="{4F5E12EF-4D7A-464D-885C-270FA1BBE6DC}" dt="2026-07-18T00:31:33.801" v="73" actId="947"/>
          <ac:spMkLst>
            <pc:docMk/>
            <pc:sldMk cId="493244743" sldId="267"/>
            <ac:spMk id="10" creationId="{9E7E6AB2-702E-436F-F2F6-85A9CF03F729}"/>
          </ac:spMkLst>
        </pc:spChg>
        <pc:spChg chg="add mod">
          <ac:chgData name="Hon Yen Yang" userId="b6b8e205c13bf701" providerId="LiveId" clId="{4F5E12EF-4D7A-464D-885C-270FA1BBE6DC}" dt="2026-07-18T00:31:33.801" v="76"/>
          <ac:spMkLst>
            <pc:docMk/>
            <pc:sldMk cId="493244743" sldId="267"/>
            <ac:spMk id="11" creationId="{959423E0-E87D-0DC3-3454-931CEF9C4B5D}"/>
          </ac:spMkLst>
        </pc:spChg>
        <pc:spChg chg="add mod">
          <ac:chgData name="Hon Yen Yang" userId="b6b8e205c13bf701" providerId="LiveId" clId="{4F5E12EF-4D7A-464D-885C-270FA1BBE6DC}" dt="2026-07-18T00:31:33.827" v="88" actId="948"/>
          <ac:spMkLst>
            <pc:docMk/>
            <pc:sldMk cId="493244743" sldId="267"/>
            <ac:spMk id="12" creationId="{EA7E6352-1DB6-779D-DEBA-9EFD5AAF9AEC}"/>
          </ac:spMkLst>
        </pc:spChg>
        <pc:spChg chg="add mod">
          <ac:chgData name="Hon Yen Yang" userId="b6b8e205c13bf701" providerId="LiveId" clId="{4F5E12EF-4D7A-464D-885C-270FA1BBE6DC}" dt="2026-07-18T00:31:33.843" v="99" actId="947"/>
          <ac:spMkLst>
            <pc:docMk/>
            <pc:sldMk cId="493244743" sldId="267"/>
            <ac:spMk id="13" creationId="{889A7708-3CD4-571F-C1AE-8341422FDA77}"/>
          </ac:spMkLst>
        </pc:spChg>
        <pc:spChg chg="add mod">
          <ac:chgData name="Hon Yen Yang" userId="b6b8e205c13bf701" providerId="LiveId" clId="{4F5E12EF-4D7A-464D-885C-270FA1BBE6DC}" dt="2026-07-18T00:31:33.874" v="110" actId="947"/>
          <ac:spMkLst>
            <pc:docMk/>
            <pc:sldMk cId="493244743" sldId="267"/>
            <ac:spMk id="14" creationId="{C5404B73-64AC-AD66-9B3E-A34280280402}"/>
          </ac:spMkLst>
        </pc:spChg>
        <pc:spChg chg="add mod">
          <ac:chgData name="Hon Yen Yang" userId="b6b8e205c13bf701" providerId="LiveId" clId="{4F5E12EF-4D7A-464D-885C-270FA1BBE6DC}" dt="2026-07-18T00:31:33.901" v="121" actId="947"/>
          <ac:spMkLst>
            <pc:docMk/>
            <pc:sldMk cId="493244743" sldId="267"/>
            <ac:spMk id="15" creationId="{DB7CADCE-3ABC-7A33-3467-F5D228863F15}"/>
          </ac:spMkLst>
        </pc:spChg>
        <pc:spChg chg="add mod">
          <ac:chgData name="Hon Yen Yang" userId="b6b8e205c13bf701" providerId="LiveId" clId="{4F5E12EF-4D7A-464D-885C-270FA1BBE6DC}" dt="2026-07-18T00:31:33.931" v="132" actId="947"/>
          <ac:spMkLst>
            <pc:docMk/>
            <pc:sldMk cId="493244743" sldId="267"/>
            <ac:spMk id="16" creationId="{B3A9A4D8-EB16-BE62-E900-29DF6C75FDD8}"/>
          </ac:spMkLst>
        </pc:spChg>
        <pc:spChg chg="add mod">
          <ac:chgData name="Hon Yen Yang" userId="b6b8e205c13bf701" providerId="LiveId" clId="{4F5E12EF-4D7A-464D-885C-270FA1BBE6DC}" dt="2026-07-18T00:31:33.938" v="135"/>
          <ac:spMkLst>
            <pc:docMk/>
            <pc:sldMk cId="493244743" sldId="267"/>
            <ac:spMk id="17" creationId="{5F217D77-08A4-4273-A484-7279CEE1BEEE}"/>
          </ac:spMkLst>
        </pc:spChg>
        <pc:spChg chg="add mod">
          <ac:chgData name="Hon Yen Yang" userId="b6b8e205c13bf701" providerId="LiveId" clId="{4F5E12EF-4D7A-464D-885C-270FA1BBE6DC}" dt="2026-07-18T00:31:33.968" v="146" actId="947"/>
          <ac:spMkLst>
            <pc:docMk/>
            <pc:sldMk cId="493244743" sldId="267"/>
            <ac:spMk id="18" creationId="{94F6FDA9-2F39-4EE3-203F-1731CE9A0EF5}"/>
          </ac:spMkLst>
        </pc:spChg>
        <pc:spChg chg="add mod">
          <ac:chgData name="Hon Yen Yang" userId="b6b8e205c13bf701" providerId="LiveId" clId="{4F5E12EF-4D7A-464D-885C-270FA1BBE6DC}" dt="2026-07-18T00:31:34.007" v="157" actId="947"/>
          <ac:spMkLst>
            <pc:docMk/>
            <pc:sldMk cId="493244743" sldId="267"/>
            <ac:spMk id="19" creationId="{6808DD5D-778B-F27C-07FA-3ED15EC58E82}"/>
          </ac:spMkLst>
        </pc:spChg>
        <pc:spChg chg="add mod">
          <ac:chgData name="Hon Yen Yang" userId="b6b8e205c13bf701" providerId="LiveId" clId="{4F5E12EF-4D7A-464D-885C-270FA1BBE6DC}" dt="2026-07-18T00:31:34.034" v="168" actId="947"/>
          <ac:spMkLst>
            <pc:docMk/>
            <pc:sldMk cId="493244743" sldId="267"/>
            <ac:spMk id="20" creationId="{6ACB06DB-8B51-36C1-C2C5-84BC30C019D0}"/>
          </ac:spMkLst>
        </pc:spChg>
        <pc:spChg chg="add mod">
          <ac:chgData name="Hon Yen Yang" userId="b6b8e205c13bf701" providerId="LiveId" clId="{4F5E12EF-4D7A-464D-885C-270FA1BBE6DC}" dt="2026-07-18T00:31:34.042" v="171"/>
          <ac:spMkLst>
            <pc:docMk/>
            <pc:sldMk cId="493244743" sldId="267"/>
            <ac:spMk id="21" creationId="{380F7AA3-6160-8AA1-5D80-587E12481E01}"/>
          </ac:spMkLst>
        </pc:spChg>
        <pc:spChg chg="add mod">
          <ac:chgData name="Hon Yen Yang" userId="b6b8e205c13bf701" providerId="LiveId" clId="{4F5E12EF-4D7A-464D-885C-270FA1BBE6DC}" dt="2026-07-18T00:31:34.076" v="183" actId="948"/>
          <ac:spMkLst>
            <pc:docMk/>
            <pc:sldMk cId="493244743" sldId="267"/>
            <ac:spMk id="22" creationId="{4500D14B-D633-F876-219A-E5B9EC1F8B2B}"/>
          </ac:spMkLst>
        </pc:spChg>
        <pc:spChg chg="add mod">
          <ac:chgData name="Hon Yen Yang" userId="b6b8e205c13bf701" providerId="LiveId" clId="{4F5E12EF-4D7A-464D-885C-270FA1BBE6DC}" dt="2026-07-18T00:31:34.076" v="186"/>
          <ac:spMkLst>
            <pc:docMk/>
            <pc:sldMk cId="493244743" sldId="267"/>
            <ac:spMk id="23" creationId="{E977DBA5-527B-E02B-5B22-2A3A56F71DF0}"/>
          </ac:spMkLst>
        </pc:spChg>
        <pc:spChg chg="add mod">
          <ac:chgData name="Hon Yen Yang" userId="b6b8e205c13bf701" providerId="LiveId" clId="{4F5E12EF-4D7A-464D-885C-270FA1BBE6DC}" dt="2026-07-18T00:31:34.107" v="198" actId="948"/>
          <ac:spMkLst>
            <pc:docMk/>
            <pc:sldMk cId="493244743" sldId="267"/>
            <ac:spMk id="24" creationId="{E2C68298-CFA7-4681-6A81-BEE1B8070790}"/>
          </ac:spMkLst>
        </pc:spChg>
        <pc:spChg chg="add mod">
          <ac:chgData name="Hon Yen Yang" userId="b6b8e205c13bf701" providerId="LiveId" clId="{4F5E12EF-4D7A-464D-885C-270FA1BBE6DC}" dt="2026-07-18T00:31:34.123" v="209" actId="947"/>
          <ac:spMkLst>
            <pc:docMk/>
            <pc:sldMk cId="493244743" sldId="267"/>
            <ac:spMk id="25" creationId="{DAA82E70-2B6F-AA61-F3DE-6AE28A57DAEE}"/>
          </ac:spMkLst>
        </pc:spChg>
      </pc:sldChg>
      <pc:sldChg chg="addSp modSp add mod modTransition setBg">
        <pc:chgData name="Hon Yen Yang" userId="b6b8e205c13bf701" providerId="LiveId" clId="{4F5E12EF-4D7A-464D-885C-270FA1BBE6DC}" dt="2026-07-18T00:44:20.039" v="3365" actId="14100"/>
        <pc:sldMkLst>
          <pc:docMk/>
          <pc:sldMk cId="500250860" sldId="267"/>
        </pc:sldMkLst>
        <pc:spChg chg="add mod">
          <ac:chgData name="Hon Yen Yang" userId="b6b8e205c13bf701" providerId="LiveId" clId="{4F5E12EF-4D7A-464D-885C-270FA1BBE6DC}" dt="2026-07-18T00:35:55.783" v="2118"/>
          <ac:spMkLst>
            <pc:docMk/>
            <pc:sldMk cId="500250860" sldId="267"/>
            <ac:spMk id="2" creationId="{7034DBDB-04E1-22D0-3AB5-64C783587191}"/>
          </ac:spMkLst>
        </pc:spChg>
        <pc:spChg chg="add mod">
          <ac:chgData name="Hon Yen Yang" userId="b6b8e205c13bf701" providerId="LiveId" clId="{4F5E12EF-4D7A-464D-885C-270FA1BBE6DC}" dt="2026-07-18T00:35:56.276" v="2130" actId="948"/>
          <ac:spMkLst>
            <pc:docMk/>
            <pc:sldMk cId="500250860" sldId="267"/>
            <ac:spMk id="3" creationId="{164DA9C8-7DFB-5A6C-5537-915FFE2967B7}"/>
          </ac:spMkLst>
        </pc:spChg>
        <pc:spChg chg="add mod">
          <ac:chgData name="Hon Yen Yang" userId="b6b8e205c13bf701" providerId="LiveId" clId="{4F5E12EF-4D7A-464D-885C-270FA1BBE6DC}" dt="2026-07-18T00:35:56.370" v="2141" actId="947"/>
          <ac:spMkLst>
            <pc:docMk/>
            <pc:sldMk cId="500250860" sldId="267"/>
            <ac:spMk id="4" creationId="{0C51BE77-E53B-658C-3871-EC0EB077B1DF}"/>
          </ac:spMkLst>
        </pc:spChg>
        <pc:spChg chg="add mod">
          <ac:chgData name="Hon Yen Yang" userId="b6b8e205c13bf701" providerId="LiveId" clId="{4F5E12EF-4D7A-464D-885C-270FA1BBE6DC}" dt="2026-07-18T00:35:56.458" v="2152" actId="947"/>
          <ac:spMkLst>
            <pc:docMk/>
            <pc:sldMk cId="500250860" sldId="267"/>
            <ac:spMk id="5" creationId="{D7335FD0-FF42-0926-6F6B-FFF1BF63313C}"/>
          </ac:spMkLst>
        </pc:spChg>
        <pc:spChg chg="add mod">
          <ac:chgData name="Hon Yen Yang" userId="b6b8e205c13bf701" providerId="LiveId" clId="{4F5E12EF-4D7A-464D-885C-270FA1BBE6DC}" dt="2026-07-18T00:35:56.469" v="2155"/>
          <ac:spMkLst>
            <pc:docMk/>
            <pc:sldMk cId="500250860" sldId="267"/>
            <ac:spMk id="6" creationId="{5BC24E00-6459-E85D-456B-465EA2DCAC0C}"/>
          </ac:spMkLst>
        </pc:spChg>
        <pc:spChg chg="add mod">
          <ac:chgData name="Hon Yen Yang" userId="b6b8e205c13bf701" providerId="LiveId" clId="{4F5E12EF-4D7A-464D-885C-270FA1BBE6DC}" dt="2026-07-18T00:35:56.541" v="2166" actId="947"/>
          <ac:spMkLst>
            <pc:docMk/>
            <pc:sldMk cId="500250860" sldId="267"/>
            <ac:spMk id="7" creationId="{BCC2280A-9B68-7287-7EF1-6765ECF48F29}"/>
          </ac:spMkLst>
        </pc:spChg>
        <pc:spChg chg="add mod">
          <ac:chgData name="Hon Yen Yang" userId="b6b8e205c13bf701" providerId="LiveId" clId="{4F5E12EF-4D7A-464D-885C-270FA1BBE6DC}" dt="2026-07-18T00:44:20.039" v="3365" actId="14100"/>
          <ac:spMkLst>
            <pc:docMk/>
            <pc:sldMk cId="500250860" sldId="267"/>
            <ac:spMk id="8" creationId="{8417551A-5A9D-C038-EC7E-D50D6959ABB2}"/>
          </ac:spMkLst>
        </pc:spChg>
        <pc:spChg chg="add mod">
          <ac:chgData name="Hon Yen Yang" userId="b6b8e205c13bf701" providerId="LiveId" clId="{4F5E12EF-4D7A-464D-885C-270FA1BBE6DC}" dt="2026-07-18T00:35:56.585" v="2172"/>
          <ac:spMkLst>
            <pc:docMk/>
            <pc:sldMk cId="500250860" sldId="267"/>
            <ac:spMk id="9" creationId="{A7B22B7B-1BDC-1BCA-EF32-E5AA40F2CBC1}"/>
          </ac:spMkLst>
        </pc:spChg>
        <pc:spChg chg="add mod">
          <ac:chgData name="Hon Yen Yang" userId="b6b8e205c13bf701" providerId="LiveId" clId="{4F5E12EF-4D7A-464D-885C-270FA1BBE6DC}" dt="2026-07-18T00:35:56.665" v="2183" actId="947"/>
          <ac:spMkLst>
            <pc:docMk/>
            <pc:sldMk cId="500250860" sldId="267"/>
            <ac:spMk id="10" creationId="{32AA9BB3-407D-41DA-8991-C8FD30704B9C}"/>
          </ac:spMkLst>
        </pc:spChg>
        <pc:spChg chg="add mod">
          <ac:chgData name="Hon Yen Yang" userId="b6b8e205c13bf701" providerId="LiveId" clId="{4F5E12EF-4D7A-464D-885C-270FA1BBE6DC}" dt="2026-07-18T00:35:56.691" v="2186"/>
          <ac:spMkLst>
            <pc:docMk/>
            <pc:sldMk cId="500250860" sldId="267"/>
            <ac:spMk id="11" creationId="{74B4FE6A-FFC6-350C-DD3A-003D46AF3647}"/>
          </ac:spMkLst>
        </pc:spChg>
        <pc:spChg chg="add mod">
          <ac:chgData name="Hon Yen Yang" userId="b6b8e205c13bf701" providerId="LiveId" clId="{4F5E12EF-4D7A-464D-885C-270FA1BBE6DC}" dt="2026-07-18T00:35:56.798" v="2198" actId="948"/>
          <ac:spMkLst>
            <pc:docMk/>
            <pc:sldMk cId="500250860" sldId="267"/>
            <ac:spMk id="12" creationId="{04D268AC-68C3-8D5F-4C34-D9FF6D24ADE5}"/>
          </ac:spMkLst>
        </pc:spChg>
        <pc:spChg chg="add mod">
          <ac:chgData name="Hon Yen Yang" userId="b6b8e205c13bf701" providerId="LiveId" clId="{4F5E12EF-4D7A-464D-885C-270FA1BBE6DC}" dt="2026-07-18T00:35:56.878" v="2209" actId="947"/>
          <ac:spMkLst>
            <pc:docMk/>
            <pc:sldMk cId="500250860" sldId="267"/>
            <ac:spMk id="13" creationId="{605351FD-2893-E650-C591-84BE72C80121}"/>
          </ac:spMkLst>
        </pc:spChg>
        <pc:spChg chg="add mod">
          <ac:chgData name="Hon Yen Yang" userId="b6b8e205c13bf701" providerId="LiveId" clId="{4F5E12EF-4D7A-464D-885C-270FA1BBE6DC}" dt="2026-07-18T00:35:56.975" v="2220" actId="947"/>
          <ac:spMkLst>
            <pc:docMk/>
            <pc:sldMk cId="500250860" sldId="267"/>
            <ac:spMk id="14" creationId="{2C2F4B0B-30BB-2E2C-11C8-71AF688D8DD6}"/>
          </ac:spMkLst>
        </pc:spChg>
        <pc:spChg chg="add mod">
          <ac:chgData name="Hon Yen Yang" userId="b6b8e205c13bf701" providerId="LiveId" clId="{4F5E12EF-4D7A-464D-885C-270FA1BBE6DC}" dt="2026-07-18T00:35:57.066" v="2231" actId="947"/>
          <ac:spMkLst>
            <pc:docMk/>
            <pc:sldMk cId="500250860" sldId="267"/>
            <ac:spMk id="15" creationId="{8AB67640-5954-A355-39DE-C90B3E1EAAAB}"/>
          </ac:spMkLst>
        </pc:spChg>
        <pc:spChg chg="add mod">
          <ac:chgData name="Hon Yen Yang" userId="b6b8e205c13bf701" providerId="LiveId" clId="{4F5E12EF-4D7A-464D-885C-270FA1BBE6DC}" dt="2026-07-18T00:42:02.293" v="3277" actId="20577"/>
          <ac:spMkLst>
            <pc:docMk/>
            <pc:sldMk cId="500250860" sldId="267"/>
            <ac:spMk id="16" creationId="{FA39EE11-C9BD-9294-E8B6-CB185C6EC414}"/>
          </ac:spMkLst>
        </pc:spChg>
        <pc:spChg chg="add mod">
          <ac:chgData name="Hon Yen Yang" userId="b6b8e205c13bf701" providerId="LiveId" clId="{4F5E12EF-4D7A-464D-885C-270FA1BBE6DC}" dt="2026-07-18T00:35:57.189" v="2245"/>
          <ac:spMkLst>
            <pc:docMk/>
            <pc:sldMk cId="500250860" sldId="267"/>
            <ac:spMk id="17" creationId="{1B93BD70-17AD-2ADD-EBD0-5739473FE3A2}"/>
          </ac:spMkLst>
        </pc:spChg>
        <pc:spChg chg="add mod">
          <ac:chgData name="Hon Yen Yang" userId="b6b8e205c13bf701" providerId="LiveId" clId="{4F5E12EF-4D7A-464D-885C-270FA1BBE6DC}" dt="2026-07-18T00:35:57.284" v="2256" actId="947"/>
          <ac:spMkLst>
            <pc:docMk/>
            <pc:sldMk cId="500250860" sldId="267"/>
            <ac:spMk id="18" creationId="{5C5E6B87-98BE-FC4D-0D73-ABC0B82FA457}"/>
          </ac:spMkLst>
        </pc:spChg>
        <pc:spChg chg="add mod">
          <ac:chgData name="Hon Yen Yang" userId="b6b8e205c13bf701" providerId="LiveId" clId="{4F5E12EF-4D7A-464D-885C-270FA1BBE6DC}" dt="2026-07-18T00:42:52.798" v="3320" actId="20577"/>
          <ac:spMkLst>
            <pc:docMk/>
            <pc:sldMk cId="500250860" sldId="267"/>
            <ac:spMk id="19" creationId="{EE91CEED-65B7-3FD6-F792-84A1B5BEBBAF}"/>
          </ac:spMkLst>
        </pc:spChg>
        <pc:spChg chg="add mod">
          <ac:chgData name="Hon Yen Yang" userId="b6b8e205c13bf701" providerId="LiveId" clId="{4F5E12EF-4D7A-464D-885C-270FA1BBE6DC}" dt="2026-07-18T00:35:57.462" v="2278" actId="947"/>
          <ac:spMkLst>
            <pc:docMk/>
            <pc:sldMk cId="500250860" sldId="267"/>
            <ac:spMk id="20" creationId="{2B4A2D0D-2231-49D1-C149-2A33A2B06E3A}"/>
          </ac:spMkLst>
        </pc:spChg>
        <pc:spChg chg="add mod">
          <ac:chgData name="Hon Yen Yang" userId="b6b8e205c13bf701" providerId="LiveId" clId="{4F5E12EF-4D7A-464D-885C-270FA1BBE6DC}" dt="2026-07-18T00:35:57.479" v="2281"/>
          <ac:spMkLst>
            <pc:docMk/>
            <pc:sldMk cId="500250860" sldId="267"/>
            <ac:spMk id="21" creationId="{38537D79-48C4-E0F5-97AD-3C3A64E31420}"/>
          </ac:spMkLst>
        </pc:spChg>
        <pc:spChg chg="add mod">
          <ac:chgData name="Hon Yen Yang" userId="b6b8e205c13bf701" providerId="LiveId" clId="{4F5E12EF-4D7A-464D-885C-270FA1BBE6DC}" dt="2026-07-18T00:35:57.599" v="2293" actId="948"/>
          <ac:spMkLst>
            <pc:docMk/>
            <pc:sldMk cId="500250860" sldId="267"/>
            <ac:spMk id="22" creationId="{1265803F-99DE-6F5D-9205-CCC4E749EE1A}"/>
          </ac:spMkLst>
        </pc:spChg>
        <pc:spChg chg="add mod">
          <ac:chgData name="Hon Yen Yang" userId="b6b8e205c13bf701" providerId="LiveId" clId="{4F5E12EF-4D7A-464D-885C-270FA1BBE6DC}" dt="2026-07-18T00:35:57.643" v="2296"/>
          <ac:spMkLst>
            <pc:docMk/>
            <pc:sldMk cId="500250860" sldId="267"/>
            <ac:spMk id="23" creationId="{21354808-11EF-0849-0142-28AAE8E347DB}"/>
          </ac:spMkLst>
        </pc:spChg>
        <pc:spChg chg="add mod">
          <ac:chgData name="Hon Yen Yang" userId="b6b8e205c13bf701" providerId="LiveId" clId="{4F5E12EF-4D7A-464D-885C-270FA1BBE6DC}" dt="2026-07-18T00:35:57.718" v="2308" actId="948"/>
          <ac:spMkLst>
            <pc:docMk/>
            <pc:sldMk cId="500250860" sldId="267"/>
            <ac:spMk id="24" creationId="{FAA9942C-A39D-1223-F826-092F210DDF9B}"/>
          </ac:spMkLst>
        </pc:spChg>
        <pc:spChg chg="add mod">
          <ac:chgData name="Hon Yen Yang" userId="b6b8e205c13bf701" providerId="LiveId" clId="{4F5E12EF-4D7A-464D-885C-270FA1BBE6DC}" dt="2026-07-18T00:35:57.836" v="2319" actId="947"/>
          <ac:spMkLst>
            <pc:docMk/>
            <pc:sldMk cId="500250860" sldId="267"/>
            <ac:spMk id="25" creationId="{40348CD2-FD2B-375F-13F1-669D89399452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5:55.235" v="2109" actId="2696"/>
        <pc:sldMkLst>
          <pc:docMk/>
          <pc:sldMk cId="906576726" sldId="267"/>
        </pc:sldMkLst>
        <pc:spChg chg="add mod">
          <ac:chgData name="Hon Yen Yang" userId="b6b8e205c13bf701" providerId="LiveId" clId="{4F5E12EF-4D7A-464D-885C-270FA1BBE6DC}" dt="2026-07-18T00:34:38.841" v="1063"/>
          <ac:spMkLst>
            <pc:docMk/>
            <pc:sldMk cId="906576726" sldId="267"/>
            <ac:spMk id="2" creationId="{78450EE8-063F-B354-ACF7-2060C1429FD9}"/>
          </ac:spMkLst>
        </pc:spChg>
        <pc:spChg chg="add mod">
          <ac:chgData name="Hon Yen Yang" userId="b6b8e205c13bf701" providerId="LiveId" clId="{4F5E12EF-4D7A-464D-885C-270FA1BBE6DC}" dt="2026-07-18T00:34:39.018" v="1075" actId="948"/>
          <ac:spMkLst>
            <pc:docMk/>
            <pc:sldMk cId="906576726" sldId="267"/>
            <ac:spMk id="3" creationId="{681A80F4-95BC-E2AF-1B38-4EC8080B1ECB}"/>
          </ac:spMkLst>
        </pc:spChg>
        <pc:spChg chg="add mod">
          <ac:chgData name="Hon Yen Yang" userId="b6b8e205c13bf701" providerId="LiveId" clId="{4F5E12EF-4D7A-464D-885C-270FA1BBE6DC}" dt="2026-07-18T00:34:39.053" v="1086" actId="947"/>
          <ac:spMkLst>
            <pc:docMk/>
            <pc:sldMk cId="906576726" sldId="267"/>
            <ac:spMk id="4" creationId="{33FF754C-DC72-9213-8728-49CCDF7EB30B}"/>
          </ac:spMkLst>
        </pc:spChg>
        <pc:spChg chg="add mod">
          <ac:chgData name="Hon Yen Yang" userId="b6b8e205c13bf701" providerId="LiveId" clId="{4F5E12EF-4D7A-464D-885C-270FA1BBE6DC}" dt="2026-07-18T00:34:39.084" v="1097" actId="947"/>
          <ac:spMkLst>
            <pc:docMk/>
            <pc:sldMk cId="906576726" sldId="267"/>
            <ac:spMk id="5" creationId="{0B944DE8-0A9B-1F9A-DD89-DA1FFE14066E}"/>
          </ac:spMkLst>
        </pc:spChg>
        <pc:spChg chg="add mod">
          <ac:chgData name="Hon Yen Yang" userId="b6b8e205c13bf701" providerId="LiveId" clId="{4F5E12EF-4D7A-464D-885C-270FA1BBE6DC}" dt="2026-07-18T00:34:39.091" v="1100"/>
          <ac:spMkLst>
            <pc:docMk/>
            <pc:sldMk cId="906576726" sldId="267"/>
            <ac:spMk id="6" creationId="{F0D0ABF8-0444-20F3-E8C8-1515D5BA8535}"/>
          </ac:spMkLst>
        </pc:spChg>
        <pc:spChg chg="add mod">
          <ac:chgData name="Hon Yen Yang" userId="b6b8e205c13bf701" providerId="LiveId" clId="{4F5E12EF-4D7A-464D-885C-270FA1BBE6DC}" dt="2026-07-18T00:34:39.128" v="1111" actId="947"/>
          <ac:spMkLst>
            <pc:docMk/>
            <pc:sldMk cId="906576726" sldId="267"/>
            <ac:spMk id="7" creationId="{742E7449-90B2-2D13-F853-AEC38FD5DC7C}"/>
          </ac:spMkLst>
        </pc:spChg>
        <pc:spChg chg="add mod">
          <ac:chgData name="Hon Yen Yang" userId="b6b8e205c13bf701" providerId="LiveId" clId="{4F5E12EF-4D7A-464D-885C-270FA1BBE6DC}" dt="2026-07-18T00:34:39.142" v="1114"/>
          <ac:spMkLst>
            <pc:docMk/>
            <pc:sldMk cId="906576726" sldId="267"/>
            <ac:spMk id="8" creationId="{9D927060-47EF-EDB3-9D2B-40FAB705B748}"/>
          </ac:spMkLst>
        </pc:spChg>
        <pc:spChg chg="add mod">
          <ac:chgData name="Hon Yen Yang" userId="b6b8e205c13bf701" providerId="LiveId" clId="{4F5E12EF-4D7A-464D-885C-270FA1BBE6DC}" dt="2026-07-18T00:34:39.153" v="1117"/>
          <ac:spMkLst>
            <pc:docMk/>
            <pc:sldMk cId="906576726" sldId="267"/>
            <ac:spMk id="9" creationId="{0FE3D0E4-2B7F-6C18-88CA-CBD154F3C762}"/>
          </ac:spMkLst>
        </pc:spChg>
        <pc:spChg chg="add mod">
          <ac:chgData name="Hon Yen Yang" userId="b6b8e205c13bf701" providerId="LiveId" clId="{4F5E12EF-4D7A-464D-885C-270FA1BBE6DC}" dt="2026-07-18T00:34:39.185" v="1128" actId="947"/>
          <ac:spMkLst>
            <pc:docMk/>
            <pc:sldMk cId="906576726" sldId="267"/>
            <ac:spMk id="10" creationId="{B30EA277-A2BC-5C79-224C-DD04054CC00A}"/>
          </ac:spMkLst>
        </pc:spChg>
        <pc:spChg chg="add mod">
          <ac:chgData name="Hon Yen Yang" userId="b6b8e205c13bf701" providerId="LiveId" clId="{4F5E12EF-4D7A-464D-885C-270FA1BBE6DC}" dt="2026-07-18T00:34:39.191" v="1131"/>
          <ac:spMkLst>
            <pc:docMk/>
            <pc:sldMk cId="906576726" sldId="267"/>
            <ac:spMk id="11" creationId="{341C4A07-F0E9-50E0-247F-C41D35ACCE29}"/>
          </ac:spMkLst>
        </pc:spChg>
        <pc:spChg chg="add mod">
          <ac:chgData name="Hon Yen Yang" userId="b6b8e205c13bf701" providerId="LiveId" clId="{4F5E12EF-4D7A-464D-885C-270FA1BBE6DC}" dt="2026-07-18T00:34:39.228" v="1143" actId="948"/>
          <ac:spMkLst>
            <pc:docMk/>
            <pc:sldMk cId="906576726" sldId="267"/>
            <ac:spMk id="12" creationId="{F7D18920-1082-9B7D-8A39-1D1511ED1723}"/>
          </ac:spMkLst>
        </pc:spChg>
        <pc:spChg chg="add mod">
          <ac:chgData name="Hon Yen Yang" userId="b6b8e205c13bf701" providerId="LiveId" clId="{4F5E12EF-4D7A-464D-885C-270FA1BBE6DC}" dt="2026-07-18T00:34:39.260" v="1154" actId="947"/>
          <ac:spMkLst>
            <pc:docMk/>
            <pc:sldMk cId="906576726" sldId="267"/>
            <ac:spMk id="13" creationId="{B2DF355B-9925-984A-A3EA-0114EA710A62}"/>
          </ac:spMkLst>
        </pc:spChg>
        <pc:spChg chg="add mod">
          <ac:chgData name="Hon Yen Yang" userId="b6b8e205c13bf701" providerId="LiveId" clId="{4F5E12EF-4D7A-464D-885C-270FA1BBE6DC}" dt="2026-07-18T00:34:39.291" v="1165" actId="947"/>
          <ac:spMkLst>
            <pc:docMk/>
            <pc:sldMk cId="906576726" sldId="267"/>
            <ac:spMk id="14" creationId="{0E543FCC-9342-DA2A-58C7-AE0EB0E5457A}"/>
          </ac:spMkLst>
        </pc:spChg>
        <pc:spChg chg="add mod">
          <ac:chgData name="Hon Yen Yang" userId="b6b8e205c13bf701" providerId="LiveId" clId="{4F5E12EF-4D7A-464D-885C-270FA1BBE6DC}" dt="2026-07-18T00:34:39.317" v="1176" actId="947"/>
          <ac:spMkLst>
            <pc:docMk/>
            <pc:sldMk cId="906576726" sldId="267"/>
            <ac:spMk id="15" creationId="{9A2583F2-6216-C8A4-7121-7751E0AF3546}"/>
          </ac:spMkLst>
        </pc:spChg>
        <pc:spChg chg="add mod">
          <ac:chgData name="Hon Yen Yang" userId="b6b8e205c13bf701" providerId="LiveId" clId="{4F5E12EF-4D7A-464D-885C-270FA1BBE6DC}" dt="2026-07-18T00:34:39.338" v="1187" actId="947"/>
          <ac:spMkLst>
            <pc:docMk/>
            <pc:sldMk cId="906576726" sldId="267"/>
            <ac:spMk id="16" creationId="{64293580-937A-9795-A20D-050B8E2263F2}"/>
          </ac:spMkLst>
        </pc:spChg>
        <pc:spChg chg="add mod">
          <ac:chgData name="Hon Yen Yang" userId="b6b8e205c13bf701" providerId="LiveId" clId="{4F5E12EF-4D7A-464D-885C-270FA1BBE6DC}" dt="2026-07-18T00:34:39.342" v="1190"/>
          <ac:spMkLst>
            <pc:docMk/>
            <pc:sldMk cId="906576726" sldId="267"/>
            <ac:spMk id="17" creationId="{E15BC4C8-EB12-B4E4-52D0-1318B80C447D}"/>
          </ac:spMkLst>
        </pc:spChg>
        <pc:spChg chg="add mod">
          <ac:chgData name="Hon Yen Yang" userId="b6b8e205c13bf701" providerId="LiveId" clId="{4F5E12EF-4D7A-464D-885C-270FA1BBE6DC}" dt="2026-07-18T00:34:39.363" v="1201" actId="947"/>
          <ac:spMkLst>
            <pc:docMk/>
            <pc:sldMk cId="906576726" sldId="267"/>
            <ac:spMk id="18" creationId="{849F34F5-095B-ACE2-F3FF-6E01161358EB}"/>
          </ac:spMkLst>
        </pc:spChg>
        <pc:spChg chg="add mod">
          <ac:chgData name="Hon Yen Yang" userId="b6b8e205c13bf701" providerId="LiveId" clId="{4F5E12EF-4D7A-464D-885C-270FA1BBE6DC}" dt="2026-07-18T00:34:39.389" v="1212" actId="947"/>
          <ac:spMkLst>
            <pc:docMk/>
            <pc:sldMk cId="906576726" sldId="267"/>
            <ac:spMk id="19" creationId="{775481C4-1436-1830-F89F-F30F0149C3F5}"/>
          </ac:spMkLst>
        </pc:spChg>
        <pc:spChg chg="add mod">
          <ac:chgData name="Hon Yen Yang" userId="b6b8e205c13bf701" providerId="LiveId" clId="{4F5E12EF-4D7A-464D-885C-270FA1BBE6DC}" dt="2026-07-18T00:34:39.408" v="1223" actId="947"/>
          <ac:spMkLst>
            <pc:docMk/>
            <pc:sldMk cId="906576726" sldId="267"/>
            <ac:spMk id="20" creationId="{1B9256E0-8A76-8DDA-E9C1-E1494A2010B6}"/>
          </ac:spMkLst>
        </pc:spChg>
        <pc:spChg chg="add mod">
          <ac:chgData name="Hon Yen Yang" userId="b6b8e205c13bf701" providerId="LiveId" clId="{4F5E12EF-4D7A-464D-885C-270FA1BBE6DC}" dt="2026-07-18T00:34:39.421" v="1226"/>
          <ac:spMkLst>
            <pc:docMk/>
            <pc:sldMk cId="906576726" sldId="267"/>
            <ac:spMk id="21" creationId="{87DA8D18-6FB1-7B39-E437-1B5728BE466D}"/>
          </ac:spMkLst>
        </pc:spChg>
        <pc:spChg chg="add mod">
          <ac:chgData name="Hon Yen Yang" userId="b6b8e205c13bf701" providerId="LiveId" clId="{4F5E12EF-4D7A-464D-885C-270FA1BBE6DC}" dt="2026-07-18T00:34:39.432" v="1238" actId="948"/>
          <ac:spMkLst>
            <pc:docMk/>
            <pc:sldMk cId="906576726" sldId="267"/>
            <ac:spMk id="22" creationId="{3C26BB9A-5B21-EB05-A35A-B7D72DCD8D16}"/>
          </ac:spMkLst>
        </pc:spChg>
        <pc:spChg chg="add mod">
          <ac:chgData name="Hon Yen Yang" userId="b6b8e205c13bf701" providerId="LiveId" clId="{4F5E12EF-4D7A-464D-885C-270FA1BBE6DC}" dt="2026-07-18T00:34:39.448" v="1241"/>
          <ac:spMkLst>
            <pc:docMk/>
            <pc:sldMk cId="906576726" sldId="267"/>
            <ac:spMk id="23" creationId="{F926532F-C500-4EDB-A37C-250BCF3B84EE}"/>
          </ac:spMkLst>
        </pc:spChg>
        <pc:spChg chg="add mod">
          <ac:chgData name="Hon Yen Yang" userId="b6b8e205c13bf701" providerId="LiveId" clId="{4F5E12EF-4D7A-464D-885C-270FA1BBE6DC}" dt="2026-07-18T00:34:39.463" v="1253" actId="948"/>
          <ac:spMkLst>
            <pc:docMk/>
            <pc:sldMk cId="906576726" sldId="267"/>
            <ac:spMk id="24" creationId="{F75C63ED-C204-3315-3A9D-F58C5879FFFA}"/>
          </ac:spMkLst>
        </pc:spChg>
        <pc:spChg chg="add mod">
          <ac:chgData name="Hon Yen Yang" userId="b6b8e205c13bf701" providerId="LiveId" clId="{4F5E12EF-4D7A-464D-885C-270FA1BBE6DC}" dt="2026-07-18T00:34:39.480" v="1264" actId="947"/>
          <ac:spMkLst>
            <pc:docMk/>
            <pc:sldMk cId="906576726" sldId="267"/>
            <ac:spMk id="25" creationId="{327CB7DC-EDCC-FC53-2605-BDA8E2346C49}"/>
          </ac:spMkLst>
        </pc:spChg>
      </pc:sldChg>
      <pc:sldChg chg="addSp modSp add mod ord modTransition setBg">
        <pc:chgData name="Hon Yen Yang" userId="b6b8e205c13bf701" providerId="LiveId" clId="{4F5E12EF-4D7A-464D-885C-270FA1BBE6DC}" dt="2026-07-18T00:44:12.364" v="3364" actId="14100"/>
        <pc:sldMkLst>
          <pc:docMk/>
          <pc:sldMk cId="1090627778" sldId="268"/>
        </pc:sldMkLst>
        <pc:spChg chg="add mod">
          <ac:chgData name="Hon Yen Yang" userId="b6b8e205c13bf701" providerId="LiveId" clId="{4F5E12EF-4D7A-464D-885C-270FA1BBE6DC}" dt="2026-07-18T00:35:57.883" v="2328"/>
          <ac:spMkLst>
            <pc:docMk/>
            <pc:sldMk cId="1090627778" sldId="268"/>
            <ac:spMk id="2" creationId="{F7258255-4313-51F6-E1BE-42FC97B612A1}"/>
          </ac:spMkLst>
        </pc:spChg>
        <pc:spChg chg="add mod">
          <ac:chgData name="Hon Yen Yang" userId="b6b8e205c13bf701" providerId="LiveId" clId="{4F5E12EF-4D7A-464D-885C-270FA1BBE6DC}" dt="2026-07-18T00:35:57.964" v="2340" actId="948"/>
          <ac:spMkLst>
            <pc:docMk/>
            <pc:sldMk cId="1090627778" sldId="268"/>
            <ac:spMk id="3" creationId="{D36A2C47-DCC3-9CF5-18EE-C616D4872B43}"/>
          </ac:spMkLst>
        </pc:spChg>
        <pc:spChg chg="add mod">
          <ac:chgData name="Hon Yen Yang" userId="b6b8e205c13bf701" providerId="LiveId" clId="{4F5E12EF-4D7A-464D-885C-270FA1BBE6DC}" dt="2026-07-18T00:35:58.070" v="2351" actId="947"/>
          <ac:spMkLst>
            <pc:docMk/>
            <pc:sldMk cId="1090627778" sldId="268"/>
            <ac:spMk id="4" creationId="{961B9726-F410-B4B3-AD79-A386F64181E0}"/>
          </ac:spMkLst>
        </pc:spChg>
        <pc:spChg chg="add mod">
          <ac:chgData name="Hon Yen Yang" userId="b6b8e205c13bf701" providerId="LiveId" clId="{4F5E12EF-4D7A-464D-885C-270FA1BBE6DC}" dt="2026-07-18T00:35:58.171" v="2362" actId="947"/>
          <ac:spMkLst>
            <pc:docMk/>
            <pc:sldMk cId="1090627778" sldId="268"/>
            <ac:spMk id="5" creationId="{737C6E78-F2C7-C339-2B0F-EAD8EB8B3AE5}"/>
          </ac:spMkLst>
        </pc:spChg>
        <pc:spChg chg="add mod">
          <ac:chgData name="Hon Yen Yang" userId="b6b8e205c13bf701" providerId="LiveId" clId="{4F5E12EF-4D7A-464D-885C-270FA1BBE6DC}" dt="2026-07-18T00:35:58.186" v="2365"/>
          <ac:spMkLst>
            <pc:docMk/>
            <pc:sldMk cId="1090627778" sldId="268"/>
            <ac:spMk id="6" creationId="{57A218B4-D7D0-AEAA-7690-42BD0195E0F3}"/>
          </ac:spMkLst>
        </pc:spChg>
        <pc:spChg chg="add mod">
          <ac:chgData name="Hon Yen Yang" userId="b6b8e205c13bf701" providerId="LiveId" clId="{4F5E12EF-4D7A-464D-885C-270FA1BBE6DC}" dt="2026-07-18T00:35:58.249" v="2376" actId="947"/>
          <ac:spMkLst>
            <pc:docMk/>
            <pc:sldMk cId="1090627778" sldId="268"/>
            <ac:spMk id="7" creationId="{91D11AB1-05BA-49F7-6B6E-75632028CDA5}"/>
          </ac:spMkLst>
        </pc:spChg>
        <pc:spChg chg="add mod">
          <ac:chgData name="Hon Yen Yang" userId="b6b8e205c13bf701" providerId="LiveId" clId="{4F5E12EF-4D7A-464D-885C-270FA1BBE6DC}" dt="2026-07-18T00:44:12.364" v="3364" actId="14100"/>
          <ac:spMkLst>
            <pc:docMk/>
            <pc:sldMk cId="1090627778" sldId="268"/>
            <ac:spMk id="8" creationId="{AFEAFAAB-4150-1135-100E-3D282B62A68C}"/>
          </ac:spMkLst>
        </pc:spChg>
        <pc:spChg chg="add mod">
          <ac:chgData name="Hon Yen Yang" userId="b6b8e205c13bf701" providerId="LiveId" clId="{4F5E12EF-4D7A-464D-885C-270FA1BBE6DC}" dt="2026-07-18T00:35:58.280" v="2382"/>
          <ac:spMkLst>
            <pc:docMk/>
            <pc:sldMk cId="1090627778" sldId="268"/>
            <ac:spMk id="9" creationId="{D329C96D-B177-ED32-8818-267181DE45A4}"/>
          </ac:spMkLst>
        </pc:spChg>
        <pc:spChg chg="add mod">
          <ac:chgData name="Hon Yen Yang" userId="b6b8e205c13bf701" providerId="LiveId" clId="{4F5E12EF-4D7A-464D-885C-270FA1BBE6DC}" dt="2026-07-18T00:35:58.327" v="2393" actId="947"/>
          <ac:spMkLst>
            <pc:docMk/>
            <pc:sldMk cId="1090627778" sldId="268"/>
            <ac:spMk id="10" creationId="{0787B122-FF63-04EA-B624-38547A6109E0}"/>
          </ac:spMkLst>
        </pc:spChg>
        <pc:spChg chg="add mod">
          <ac:chgData name="Hon Yen Yang" userId="b6b8e205c13bf701" providerId="LiveId" clId="{4F5E12EF-4D7A-464D-885C-270FA1BBE6DC}" dt="2026-07-18T00:35:58.342" v="2396"/>
          <ac:spMkLst>
            <pc:docMk/>
            <pc:sldMk cId="1090627778" sldId="268"/>
            <ac:spMk id="11" creationId="{A584ECA4-FF87-5D9A-6EA0-FF228A60B941}"/>
          </ac:spMkLst>
        </pc:spChg>
        <pc:spChg chg="add mod">
          <ac:chgData name="Hon Yen Yang" userId="b6b8e205c13bf701" providerId="LiveId" clId="{4F5E12EF-4D7A-464D-885C-270FA1BBE6DC}" dt="2026-07-18T00:35:58.390" v="2408" actId="948"/>
          <ac:spMkLst>
            <pc:docMk/>
            <pc:sldMk cId="1090627778" sldId="268"/>
            <ac:spMk id="12" creationId="{0897CC87-8965-8944-6648-6F3DD23F2BAB}"/>
          </ac:spMkLst>
        </pc:spChg>
        <pc:spChg chg="add mod">
          <ac:chgData name="Hon Yen Yang" userId="b6b8e205c13bf701" providerId="LiveId" clId="{4F5E12EF-4D7A-464D-885C-270FA1BBE6DC}" dt="2026-07-18T00:35:58.443" v="2419" actId="947"/>
          <ac:spMkLst>
            <pc:docMk/>
            <pc:sldMk cId="1090627778" sldId="268"/>
            <ac:spMk id="13" creationId="{7282B6F1-015B-5F2F-EB53-73885E427F53}"/>
          </ac:spMkLst>
        </pc:spChg>
        <pc:spChg chg="add mod">
          <ac:chgData name="Hon Yen Yang" userId="b6b8e205c13bf701" providerId="LiveId" clId="{4F5E12EF-4D7A-464D-885C-270FA1BBE6DC}" dt="2026-07-18T00:35:58.486" v="2430" actId="947"/>
          <ac:spMkLst>
            <pc:docMk/>
            <pc:sldMk cId="1090627778" sldId="268"/>
            <ac:spMk id="14" creationId="{887B18E5-DFDF-8E96-C8A7-C2E554DC03D8}"/>
          </ac:spMkLst>
        </pc:spChg>
        <pc:spChg chg="add mod">
          <ac:chgData name="Hon Yen Yang" userId="b6b8e205c13bf701" providerId="LiveId" clId="{4F5E12EF-4D7A-464D-885C-270FA1BBE6DC}" dt="2026-07-18T00:35:58.565" v="2441" actId="947"/>
          <ac:spMkLst>
            <pc:docMk/>
            <pc:sldMk cId="1090627778" sldId="268"/>
            <ac:spMk id="15" creationId="{1ACC9FD0-1E96-CD95-6514-4316C69BF226}"/>
          </ac:spMkLst>
        </pc:spChg>
        <pc:spChg chg="add mod">
          <ac:chgData name="Hon Yen Yang" userId="b6b8e205c13bf701" providerId="LiveId" clId="{4F5E12EF-4D7A-464D-885C-270FA1BBE6DC}" dt="2026-07-18T00:35:58.788" v="2452" actId="947"/>
          <ac:spMkLst>
            <pc:docMk/>
            <pc:sldMk cId="1090627778" sldId="268"/>
            <ac:spMk id="16" creationId="{2E21E9A1-ED27-81A9-5FB7-9A2F5914A740}"/>
          </ac:spMkLst>
        </pc:spChg>
        <pc:spChg chg="add mod">
          <ac:chgData name="Hon Yen Yang" userId="b6b8e205c13bf701" providerId="LiveId" clId="{4F5E12EF-4D7A-464D-885C-270FA1BBE6DC}" dt="2026-07-18T00:35:58.809" v="2455"/>
          <ac:spMkLst>
            <pc:docMk/>
            <pc:sldMk cId="1090627778" sldId="268"/>
            <ac:spMk id="17" creationId="{121560BD-A8C6-4997-385A-3C37198E2F18}"/>
          </ac:spMkLst>
        </pc:spChg>
        <pc:spChg chg="add mod">
          <ac:chgData name="Hon Yen Yang" userId="b6b8e205c13bf701" providerId="LiveId" clId="{4F5E12EF-4D7A-464D-885C-270FA1BBE6DC}" dt="2026-07-18T00:35:58.891" v="2466" actId="947"/>
          <ac:spMkLst>
            <pc:docMk/>
            <pc:sldMk cId="1090627778" sldId="268"/>
            <ac:spMk id="18" creationId="{E481DFBA-6140-BAC2-0406-5ABBC835013E}"/>
          </ac:spMkLst>
        </pc:spChg>
        <pc:spChg chg="add mod">
          <ac:chgData name="Hon Yen Yang" userId="b6b8e205c13bf701" providerId="LiveId" clId="{4F5E12EF-4D7A-464D-885C-270FA1BBE6DC}" dt="2026-07-18T00:35:58.957" v="2477" actId="947"/>
          <ac:spMkLst>
            <pc:docMk/>
            <pc:sldMk cId="1090627778" sldId="268"/>
            <ac:spMk id="19" creationId="{9FEC9485-C9DC-734E-4F07-1157572EABD4}"/>
          </ac:spMkLst>
        </pc:spChg>
        <pc:spChg chg="add mod">
          <ac:chgData name="Hon Yen Yang" userId="b6b8e205c13bf701" providerId="LiveId" clId="{4F5E12EF-4D7A-464D-885C-270FA1BBE6DC}" dt="2026-07-18T00:35:59.040" v="2488" actId="947"/>
          <ac:spMkLst>
            <pc:docMk/>
            <pc:sldMk cId="1090627778" sldId="268"/>
            <ac:spMk id="20" creationId="{B937741D-3F55-23D0-5080-465E60D3486B}"/>
          </ac:spMkLst>
        </pc:spChg>
        <pc:spChg chg="add mod">
          <ac:chgData name="Hon Yen Yang" userId="b6b8e205c13bf701" providerId="LiveId" clId="{4F5E12EF-4D7A-464D-885C-270FA1BBE6DC}" dt="2026-07-18T00:35:59.044" v="2491"/>
          <ac:spMkLst>
            <pc:docMk/>
            <pc:sldMk cId="1090627778" sldId="268"/>
            <ac:spMk id="21" creationId="{E208DA99-E2F0-880A-34A3-DC917B253D73}"/>
          </ac:spMkLst>
        </pc:spChg>
        <pc:spChg chg="add mod">
          <ac:chgData name="Hon Yen Yang" userId="b6b8e205c13bf701" providerId="LiveId" clId="{4F5E12EF-4D7A-464D-885C-270FA1BBE6DC}" dt="2026-07-18T00:35:59.124" v="2503" actId="948"/>
          <ac:spMkLst>
            <pc:docMk/>
            <pc:sldMk cId="1090627778" sldId="268"/>
            <ac:spMk id="22" creationId="{AE20F97C-C81E-73E3-84FE-8579F28DF77A}"/>
          </ac:spMkLst>
        </pc:spChg>
        <pc:spChg chg="add mod">
          <ac:chgData name="Hon Yen Yang" userId="b6b8e205c13bf701" providerId="LiveId" clId="{4F5E12EF-4D7A-464D-885C-270FA1BBE6DC}" dt="2026-07-18T00:35:59.138" v="2506"/>
          <ac:spMkLst>
            <pc:docMk/>
            <pc:sldMk cId="1090627778" sldId="268"/>
            <ac:spMk id="23" creationId="{667BC8E1-6DE2-4FE3-998E-82482D150A3A}"/>
          </ac:spMkLst>
        </pc:spChg>
        <pc:spChg chg="add mod">
          <ac:chgData name="Hon Yen Yang" userId="b6b8e205c13bf701" providerId="LiveId" clId="{4F5E12EF-4D7A-464D-885C-270FA1BBE6DC}" dt="2026-07-18T00:35:59.207" v="2518" actId="948"/>
          <ac:spMkLst>
            <pc:docMk/>
            <pc:sldMk cId="1090627778" sldId="268"/>
            <ac:spMk id="24" creationId="{F44E0825-0380-47EC-488B-B3919549DBCF}"/>
          </ac:spMkLst>
        </pc:spChg>
        <pc:spChg chg="add mod">
          <ac:chgData name="Hon Yen Yang" userId="b6b8e205c13bf701" providerId="LiveId" clId="{4F5E12EF-4D7A-464D-885C-270FA1BBE6DC}" dt="2026-07-18T00:35:59.254" v="2529" actId="947"/>
          <ac:spMkLst>
            <pc:docMk/>
            <pc:sldMk cId="1090627778" sldId="268"/>
            <ac:spMk id="25" creationId="{ADE3CAF2-9BA6-8C5F-4463-249031B211F5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5:55.229" v="2108" actId="2696"/>
        <pc:sldMkLst>
          <pc:docMk/>
          <pc:sldMk cId="1238130557" sldId="268"/>
        </pc:sldMkLst>
        <pc:spChg chg="add mod">
          <ac:chgData name="Hon Yen Yang" userId="b6b8e205c13bf701" providerId="LiveId" clId="{4F5E12EF-4D7A-464D-885C-270FA1BBE6DC}" dt="2026-07-18T00:34:39.503" v="1273"/>
          <ac:spMkLst>
            <pc:docMk/>
            <pc:sldMk cId="1238130557" sldId="268"/>
            <ac:spMk id="2" creationId="{8F630778-7D71-2F15-E470-A9A91EE4836C}"/>
          </ac:spMkLst>
        </pc:spChg>
        <pc:spChg chg="add mod">
          <ac:chgData name="Hon Yen Yang" userId="b6b8e205c13bf701" providerId="LiveId" clId="{4F5E12EF-4D7A-464D-885C-270FA1BBE6DC}" dt="2026-07-18T00:34:39.528" v="1285" actId="948"/>
          <ac:spMkLst>
            <pc:docMk/>
            <pc:sldMk cId="1238130557" sldId="268"/>
            <ac:spMk id="3" creationId="{476B6844-EC90-8D2E-9988-F1D2BC255F6D}"/>
          </ac:spMkLst>
        </pc:spChg>
        <pc:spChg chg="add mod">
          <ac:chgData name="Hon Yen Yang" userId="b6b8e205c13bf701" providerId="LiveId" clId="{4F5E12EF-4D7A-464D-885C-270FA1BBE6DC}" dt="2026-07-18T00:34:39.544" v="1296" actId="947"/>
          <ac:spMkLst>
            <pc:docMk/>
            <pc:sldMk cId="1238130557" sldId="268"/>
            <ac:spMk id="4" creationId="{74E1932B-5BDC-0937-1019-94A7DE62D9F3}"/>
          </ac:spMkLst>
        </pc:spChg>
        <pc:spChg chg="add mod">
          <ac:chgData name="Hon Yen Yang" userId="b6b8e205c13bf701" providerId="LiveId" clId="{4F5E12EF-4D7A-464D-885C-270FA1BBE6DC}" dt="2026-07-18T00:34:39.560" v="1307" actId="947"/>
          <ac:spMkLst>
            <pc:docMk/>
            <pc:sldMk cId="1238130557" sldId="268"/>
            <ac:spMk id="5" creationId="{44D0DFEA-F83F-6FC1-5C9C-048CA37CE43C}"/>
          </ac:spMkLst>
        </pc:spChg>
        <pc:spChg chg="add mod">
          <ac:chgData name="Hon Yen Yang" userId="b6b8e205c13bf701" providerId="LiveId" clId="{4F5E12EF-4D7A-464D-885C-270FA1BBE6DC}" dt="2026-07-18T00:34:39.560" v="1310"/>
          <ac:spMkLst>
            <pc:docMk/>
            <pc:sldMk cId="1238130557" sldId="268"/>
            <ac:spMk id="6" creationId="{EA2BCB57-3D11-0B06-6D23-5998D10D624F}"/>
          </ac:spMkLst>
        </pc:spChg>
        <pc:spChg chg="add mod">
          <ac:chgData name="Hon Yen Yang" userId="b6b8e205c13bf701" providerId="LiveId" clId="{4F5E12EF-4D7A-464D-885C-270FA1BBE6DC}" dt="2026-07-18T00:34:39.598" v="1321" actId="947"/>
          <ac:spMkLst>
            <pc:docMk/>
            <pc:sldMk cId="1238130557" sldId="268"/>
            <ac:spMk id="7" creationId="{D98A7363-B104-0738-C6A3-154B6DF8613F}"/>
          </ac:spMkLst>
        </pc:spChg>
        <pc:spChg chg="add mod">
          <ac:chgData name="Hon Yen Yang" userId="b6b8e205c13bf701" providerId="LiveId" clId="{4F5E12EF-4D7A-464D-885C-270FA1BBE6DC}" dt="2026-07-18T00:34:39.603" v="1324"/>
          <ac:spMkLst>
            <pc:docMk/>
            <pc:sldMk cId="1238130557" sldId="268"/>
            <ac:spMk id="8" creationId="{5BA195D7-A678-E1E6-2D8B-596EE8D8FB08}"/>
          </ac:spMkLst>
        </pc:spChg>
        <pc:spChg chg="add mod">
          <ac:chgData name="Hon Yen Yang" userId="b6b8e205c13bf701" providerId="LiveId" clId="{4F5E12EF-4D7A-464D-885C-270FA1BBE6DC}" dt="2026-07-18T00:34:39.609" v="1327"/>
          <ac:spMkLst>
            <pc:docMk/>
            <pc:sldMk cId="1238130557" sldId="268"/>
            <ac:spMk id="9" creationId="{BF5D09CC-0388-10C8-BD63-B414B29E0855}"/>
          </ac:spMkLst>
        </pc:spChg>
        <pc:spChg chg="add mod">
          <ac:chgData name="Hon Yen Yang" userId="b6b8e205c13bf701" providerId="LiveId" clId="{4F5E12EF-4D7A-464D-885C-270FA1BBE6DC}" dt="2026-07-18T00:34:39.634" v="1338" actId="947"/>
          <ac:spMkLst>
            <pc:docMk/>
            <pc:sldMk cId="1238130557" sldId="268"/>
            <ac:spMk id="10" creationId="{F278E052-7385-F115-5A15-CBE372249BB0}"/>
          </ac:spMkLst>
        </pc:spChg>
        <pc:spChg chg="add mod">
          <ac:chgData name="Hon Yen Yang" userId="b6b8e205c13bf701" providerId="LiveId" clId="{4F5E12EF-4D7A-464D-885C-270FA1BBE6DC}" dt="2026-07-18T00:34:39.639" v="1341"/>
          <ac:spMkLst>
            <pc:docMk/>
            <pc:sldMk cId="1238130557" sldId="268"/>
            <ac:spMk id="11" creationId="{1E57BFFB-19BC-23DD-F83A-0D3C6943E739}"/>
          </ac:spMkLst>
        </pc:spChg>
        <pc:spChg chg="add mod">
          <ac:chgData name="Hon Yen Yang" userId="b6b8e205c13bf701" providerId="LiveId" clId="{4F5E12EF-4D7A-464D-885C-270FA1BBE6DC}" dt="2026-07-18T00:34:39.663" v="1353" actId="948"/>
          <ac:spMkLst>
            <pc:docMk/>
            <pc:sldMk cId="1238130557" sldId="268"/>
            <ac:spMk id="12" creationId="{571DABD1-0785-B593-44D6-DE0E24B487FE}"/>
          </ac:spMkLst>
        </pc:spChg>
        <pc:spChg chg="add mod">
          <ac:chgData name="Hon Yen Yang" userId="b6b8e205c13bf701" providerId="LiveId" clId="{4F5E12EF-4D7A-464D-885C-270FA1BBE6DC}" dt="2026-07-18T00:34:39.687" v="1364" actId="947"/>
          <ac:spMkLst>
            <pc:docMk/>
            <pc:sldMk cId="1238130557" sldId="268"/>
            <ac:spMk id="13" creationId="{55354D29-575A-69C1-80F4-BEA4C3FEF136}"/>
          </ac:spMkLst>
        </pc:spChg>
        <pc:spChg chg="add mod">
          <ac:chgData name="Hon Yen Yang" userId="b6b8e205c13bf701" providerId="LiveId" clId="{4F5E12EF-4D7A-464D-885C-270FA1BBE6DC}" dt="2026-07-18T00:34:39.727" v="1375" actId="947"/>
          <ac:spMkLst>
            <pc:docMk/>
            <pc:sldMk cId="1238130557" sldId="268"/>
            <ac:spMk id="14" creationId="{82327E9D-FEE1-2F9E-8169-917DD33CDDF0}"/>
          </ac:spMkLst>
        </pc:spChg>
        <pc:spChg chg="add mod">
          <ac:chgData name="Hon Yen Yang" userId="b6b8e205c13bf701" providerId="LiveId" clId="{4F5E12EF-4D7A-464D-885C-270FA1BBE6DC}" dt="2026-07-18T00:34:39.755" v="1386" actId="947"/>
          <ac:spMkLst>
            <pc:docMk/>
            <pc:sldMk cId="1238130557" sldId="268"/>
            <ac:spMk id="15" creationId="{2EE3476E-6D0D-7D18-7973-42BBA8BEB9CE}"/>
          </ac:spMkLst>
        </pc:spChg>
        <pc:spChg chg="add mod">
          <ac:chgData name="Hon Yen Yang" userId="b6b8e205c13bf701" providerId="LiveId" clId="{4F5E12EF-4D7A-464D-885C-270FA1BBE6DC}" dt="2026-07-18T00:34:39.775" v="1397" actId="947"/>
          <ac:spMkLst>
            <pc:docMk/>
            <pc:sldMk cId="1238130557" sldId="268"/>
            <ac:spMk id="16" creationId="{A08E9EA7-7A36-D6F7-2062-0176C44F7EF5}"/>
          </ac:spMkLst>
        </pc:spChg>
        <pc:spChg chg="add mod">
          <ac:chgData name="Hon Yen Yang" userId="b6b8e205c13bf701" providerId="LiveId" clId="{4F5E12EF-4D7A-464D-885C-270FA1BBE6DC}" dt="2026-07-18T00:34:39.778" v="1400"/>
          <ac:spMkLst>
            <pc:docMk/>
            <pc:sldMk cId="1238130557" sldId="268"/>
            <ac:spMk id="17" creationId="{9D52369B-1A14-AF93-4617-69A4BE2B018A}"/>
          </ac:spMkLst>
        </pc:spChg>
        <pc:spChg chg="add mod">
          <ac:chgData name="Hon Yen Yang" userId="b6b8e205c13bf701" providerId="LiveId" clId="{4F5E12EF-4D7A-464D-885C-270FA1BBE6DC}" dt="2026-07-18T00:34:39.810" v="1411" actId="947"/>
          <ac:spMkLst>
            <pc:docMk/>
            <pc:sldMk cId="1238130557" sldId="268"/>
            <ac:spMk id="18" creationId="{52592979-5D40-9EFA-3806-E24A2CED842D}"/>
          </ac:spMkLst>
        </pc:spChg>
        <pc:spChg chg="add mod">
          <ac:chgData name="Hon Yen Yang" userId="b6b8e205c13bf701" providerId="LiveId" clId="{4F5E12EF-4D7A-464D-885C-270FA1BBE6DC}" dt="2026-07-18T00:34:39.847" v="1422" actId="947"/>
          <ac:spMkLst>
            <pc:docMk/>
            <pc:sldMk cId="1238130557" sldId="268"/>
            <ac:spMk id="19" creationId="{EA2ACF01-1368-CAC0-9A18-1A3F790749DD}"/>
          </ac:spMkLst>
        </pc:spChg>
        <pc:spChg chg="add mod">
          <ac:chgData name="Hon Yen Yang" userId="b6b8e205c13bf701" providerId="LiveId" clId="{4F5E12EF-4D7A-464D-885C-270FA1BBE6DC}" dt="2026-07-18T00:34:39.879" v="1433" actId="947"/>
          <ac:spMkLst>
            <pc:docMk/>
            <pc:sldMk cId="1238130557" sldId="268"/>
            <ac:spMk id="20" creationId="{7AB6A20C-4726-B900-3567-7516A0635365}"/>
          </ac:spMkLst>
        </pc:spChg>
        <pc:spChg chg="add mod">
          <ac:chgData name="Hon Yen Yang" userId="b6b8e205c13bf701" providerId="LiveId" clId="{4F5E12EF-4D7A-464D-885C-270FA1BBE6DC}" dt="2026-07-18T00:34:39.906" v="1436"/>
          <ac:spMkLst>
            <pc:docMk/>
            <pc:sldMk cId="1238130557" sldId="268"/>
            <ac:spMk id="21" creationId="{A9BD2634-5E4A-24AD-7784-A36ADB0C3528}"/>
          </ac:spMkLst>
        </pc:spChg>
        <pc:spChg chg="add mod">
          <ac:chgData name="Hon Yen Yang" userId="b6b8e205c13bf701" providerId="LiveId" clId="{4F5E12EF-4D7A-464D-885C-270FA1BBE6DC}" dt="2026-07-18T00:34:39.942" v="1448" actId="948"/>
          <ac:spMkLst>
            <pc:docMk/>
            <pc:sldMk cId="1238130557" sldId="268"/>
            <ac:spMk id="22" creationId="{2919BA6B-29DE-6347-E29F-651B9EAB6719}"/>
          </ac:spMkLst>
        </pc:spChg>
        <pc:spChg chg="add mod">
          <ac:chgData name="Hon Yen Yang" userId="b6b8e205c13bf701" providerId="LiveId" clId="{4F5E12EF-4D7A-464D-885C-270FA1BBE6DC}" dt="2026-07-18T00:34:39.942" v="1451"/>
          <ac:spMkLst>
            <pc:docMk/>
            <pc:sldMk cId="1238130557" sldId="268"/>
            <ac:spMk id="23" creationId="{9F90487A-BF73-955E-C071-8E3839E01078}"/>
          </ac:spMkLst>
        </pc:spChg>
        <pc:spChg chg="add mod">
          <ac:chgData name="Hon Yen Yang" userId="b6b8e205c13bf701" providerId="LiveId" clId="{4F5E12EF-4D7A-464D-885C-270FA1BBE6DC}" dt="2026-07-18T00:34:39.974" v="1463" actId="948"/>
          <ac:spMkLst>
            <pc:docMk/>
            <pc:sldMk cId="1238130557" sldId="268"/>
            <ac:spMk id="24" creationId="{D348ED19-2829-0450-16FB-2DF89FF2FF7E}"/>
          </ac:spMkLst>
        </pc:spChg>
        <pc:spChg chg="add mod">
          <ac:chgData name="Hon Yen Yang" userId="b6b8e205c13bf701" providerId="LiveId" clId="{4F5E12EF-4D7A-464D-885C-270FA1BBE6DC}" dt="2026-07-18T00:34:40.006" v="1474" actId="947"/>
          <ac:spMkLst>
            <pc:docMk/>
            <pc:sldMk cId="1238130557" sldId="268"/>
            <ac:spMk id="25" creationId="{3305E25B-E889-B9BD-16CA-FFE7C378C0AD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4:38.694" v="1053" actId="2696"/>
        <pc:sldMkLst>
          <pc:docMk/>
          <pc:sldMk cId="3894990894" sldId="268"/>
        </pc:sldMkLst>
        <pc:spChg chg="add mod">
          <ac:chgData name="Hon Yen Yang" userId="b6b8e205c13bf701" providerId="LiveId" clId="{4F5E12EF-4D7A-464D-885C-270FA1BBE6DC}" dt="2026-07-18T00:31:34.141" v="218"/>
          <ac:spMkLst>
            <pc:docMk/>
            <pc:sldMk cId="3894990894" sldId="268"/>
            <ac:spMk id="2" creationId="{195BC30C-5F5C-C16D-CE8C-A97D1562F8D3}"/>
          </ac:spMkLst>
        </pc:spChg>
        <pc:spChg chg="add mod">
          <ac:chgData name="Hon Yen Yang" userId="b6b8e205c13bf701" providerId="LiveId" clId="{4F5E12EF-4D7A-464D-885C-270FA1BBE6DC}" dt="2026-07-18T00:31:34.169" v="230" actId="948"/>
          <ac:spMkLst>
            <pc:docMk/>
            <pc:sldMk cId="3894990894" sldId="268"/>
            <ac:spMk id="3" creationId="{F3F45704-3F41-1D45-FDEA-6969A4B5B2CD}"/>
          </ac:spMkLst>
        </pc:spChg>
        <pc:spChg chg="add mod">
          <ac:chgData name="Hon Yen Yang" userId="b6b8e205c13bf701" providerId="LiveId" clId="{4F5E12EF-4D7A-464D-885C-270FA1BBE6DC}" dt="2026-07-18T00:31:34.201" v="241" actId="947"/>
          <ac:spMkLst>
            <pc:docMk/>
            <pc:sldMk cId="3894990894" sldId="268"/>
            <ac:spMk id="4" creationId="{C831ABB0-9FB5-E7EC-93FA-660A1EC2130F}"/>
          </ac:spMkLst>
        </pc:spChg>
        <pc:spChg chg="add mod">
          <ac:chgData name="Hon Yen Yang" userId="b6b8e205c13bf701" providerId="LiveId" clId="{4F5E12EF-4D7A-464D-885C-270FA1BBE6DC}" dt="2026-07-18T00:31:34.217" v="252" actId="947"/>
          <ac:spMkLst>
            <pc:docMk/>
            <pc:sldMk cId="3894990894" sldId="268"/>
            <ac:spMk id="5" creationId="{C6CA0265-FF66-5AF7-B1E8-E6B0EB4BB4AC}"/>
          </ac:spMkLst>
        </pc:spChg>
        <pc:spChg chg="add mod">
          <ac:chgData name="Hon Yen Yang" userId="b6b8e205c13bf701" providerId="LiveId" clId="{4F5E12EF-4D7A-464D-885C-270FA1BBE6DC}" dt="2026-07-18T00:31:34.217" v="255"/>
          <ac:spMkLst>
            <pc:docMk/>
            <pc:sldMk cId="3894990894" sldId="268"/>
            <ac:spMk id="6" creationId="{1EF9460C-FCD4-AAFB-850B-1107C7BDA3A1}"/>
          </ac:spMkLst>
        </pc:spChg>
        <pc:spChg chg="add mod">
          <ac:chgData name="Hon Yen Yang" userId="b6b8e205c13bf701" providerId="LiveId" clId="{4F5E12EF-4D7A-464D-885C-270FA1BBE6DC}" dt="2026-07-18T00:31:34.248" v="266" actId="947"/>
          <ac:spMkLst>
            <pc:docMk/>
            <pc:sldMk cId="3894990894" sldId="268"/>
            <ac:spMk id="7" creationId="{91ABCE10-040E-B0EC-EC1F-8A8C21639ADC}"/>
          </ac:spMkLst>
        </pc:spChg>
        <pc:spChg chg="add mod">
          <ac:chgData name="Hon Yen Yang" userId="b6b8e205c13bf701" providerId="LiveId" clId="{4F5E12EF-4D7A-464D-885C-270FA1BBE6DC}" dt="2026-07-18T00:31:34.248" v="269"/>
          <ac:spMkLst>
            <pc:docMk/>
            <pc:sldMk cId="3894990894" sldId="268"/>
            <ac:spMk id="8" creationId="{14C738C5-D41E-1B93-3FD2-7FD4A34C1674}"/>
          </ac:spMkLst>
        </pc:spChg>
        <pc:spChg chg="add mod">
          <ac:chgData name="Hon Yen Yang" userId="b6b8e205c13bf701" providerId="LiveId" clId="{4F5E12EF-4D7A-464D-885C-270FA1BBE6DC}" dt="2026-07-18T00:31:34.248" v="272"/>
          <ac:spMkLst>
            <pc:docMk/>
            <pc:sldMk cId="3894990894" sldId="268"/>
            <ac:spMk id="9" creationId="{FDC8AC40-F9FF-A5B2-FF22-27523E9CCFE9}"/>
          </ac:spMkLst>
        </pc:spChg>
        <pc:spChg chg="add mod">
          <ac:chgData name="Hon Yen Yang" userId="b6b8e205c13bf701" providerId="LiveId" clId="{4F5E12EF-4D7A-464D-885C-270FA1BBE6DC}" dt="2026-07-18T00:31:34.280" v="283" actId="947"/>
          <ac:spMkLst>
            <pc:docMk/>
            <pc:sldMk cId="3894990894" sldId="268"/>
            <ac:spMk id="10" creationId="{999BF361-68FC-902A-84C6-CEAD15848F06}"/>
          </ac:spMkLst>
        </pc:spChg>
        <pc:spChg chg="add mod">
          <ac:chgData name="Hon Yen Yang" userId="b6b8e205c13bf701" providerId="LiveId" clId="{4F5E12EF-4D7A-464D-885C-270FA1BBE6DC}" dt="2026-07-18T00:31:34.280" v="286"/>
          <ac:spMkLst>
            <pc:docMk/>
            <pc:sldMk cId="3894990894" sldId="268"/>
            <ac:spMk id="11" creationId="{8095A5E2-4266-3A7A-8C39-2DD4EC8CA7AD}"/>
          </ac:spMkLst>
        </pc:spChg>
        <pc:spChg chg="add mod">
          <ac:chgData name="Hon Yen Yang" userId="b6b8e205c13bf701" providerId="LiveId" clId="{4F5E12EF-4D7A-464D-885C-270FA1BBE6DC}" dt="2026-07-18T00:31:34.311" v="298" actId="948"/>
          <ac:spMkLst>
            <pc:docMk/>
            <pc:sldMk cId="3894990894" sldId="268"/>
            <ac:spMk id="12" creationId="{A7A2A160-06B7-7BA7-4F9E-7B9521CAA9AD}"/>
          </ac:spMkLst>
        </pc:spChg>
        <pc:spChg chg="add mod">
          <ac:chgData name="Hon Yen Yang" userId="b6b8e205c13bf701" providerId="LiveId" clId="{4F5E12EF-4D7A-464D-885C-270FA1BBE6DC}" dt="2026-07-18T00:31:34.326" v="309" actId="947"/>
          <ac:spMkLst>
            <pc:docMk/>
            <pc:sldMk cId="3894990894" sldId="268"/>
            <ac:spMk id="13" creationId="{24BE9CBF-24C9-670C-2798-2811AA8100D7}"/>
          </ac:spMkLst>
        </pc:spChg>
        <pc:spChg chg="add mod">
          <ac:chgData name="Hon Yen Yang" userId="b6b8e205c13bf701" providerId="LiveId" clId="{4F5E12EF-4D7A-464D-885C-270FA1BBE6DC}" dt="2026-07-18T00:31:34.342" v="320" actId="947"/>
          <ac:spMkLst>
            <pc:docMk/>
            <pc:sldMk cId="3894990894" sldId="268"/>
            <ac:spMk id="14" creationId="{77E2EC1E-3C22-3DD8-0DC0-FEE0DC0BD440}"/>
          </ac:spMkLst>
        </pc:spChg>
        <pc:spChg chg="add mod">
          <ac:chgData name="Hon Yen Yang" userId="b6b8e205c13bf701" providerId="LiveId" clId="{4F5E12EF-4D7A-464D-885C-270FA1BBE6DC}" dt="2026-07-18T00:31:34.358" v="331" actId="947"/>
          <ac:spMkLst>
            <pc:docMk/>
            <pc:sldMk cId="3894990894" sldId="268"/>
            <ac:spMk id="15" creationId="{B4013069-A8D9-B4E7-F8E9-7E8777B3B7C9}"/>
          </ac:spMkLst>
        </pc:spChg>
        <pc:spChg chg="add mod">
          <ac:chgData name="Hon Yen Yang" userId="b6b8e205c13bf701" providerId="LiveId" clId="{4F5E12EF-4D7A-464D-885C-270FA1BBE6DC}" dt="2026-07-18T00:31:34.389" v="342" actId="947"/>
          <ac:spMkLst>
            <pc:docMk/>
            <pc:sldMk cId="3894990894" sldId="268"/>
            <ac:spMk id="16" creationId="{3BE49B94-6951-8F05-83AC-6FBF53DB06F4}"/>
          </ac:spMkLst>
        </pc:spChg>
        <pc:spChg chg="add mod">
          <ac:chgData name="Hon Yen Yang" userId="b6b8e205c13bf701" providerId="LiveId" clId="{4F5E12EF-4D7A-464D-885C-270FA1BBE6DC}" dt="2026-07-18T00:31:34.389" v="345"/>
          <ac:spMkLst>
            <pc:docMk/>
            <pc:sldMk cId="3894990894" sldId="268"/>
            <ac:spMk id="17" creationId="{44DF7D2D-C4B3-A5D9-4D78-E1336D6C5326}"/>
          </ac:spMkLst>
        </pc:spChg>
        <pc:spChg chg="add mod">
          <ac:chgData name="Hon Yen Yang" userId="b6b8e205c13bf701" providerId="LiveId" clId="{4F5E12EF-4D7A-464D-885C-270FA1BBE6DC}" dt="2026-07-18T00:31:34.406" v="356" actId="947"/>
          <ac:spMkLst>
            <pc:docMk/>
            <pc:sldMk cId="3894990894" sldId="268"/>
            <ac:spMk id="18" creationId="{BDCAD896-5162-4394-5CA7-0D6BC4D2EFFD}"/>
          </ac:spMkLst>
        </pc:spChg>
        <pc:spChg chg="add mod">
          <ac:chgData name="Hon Yen Yang" userId="b6b8e205c13bf701" providerId="LiveId" clId="{4F5E12EF-4D7A-464D-885C-270FA1BBE6DC}" dt="2026-07-18T00:31:34.423" v="367" actId="947"/>
          <ac:spMkLst>
            <pc:docMk/>
            <pc:sldMk cId="3894990894" sldId="268"/>
            <ac:spMk id="19" creationId="{7B9EDF09-26CD-744A-BC4C-621020CA90FB}"/>
          </ac:spMkLst>
        </pc:spChg>
        <pc:spChg chg="add mod">
          <ac:chgData name="Hon Yen Yang" userId="b6b8e205c13bf701" providerId="LiveId" clId="{4F5E12EF-4D7A-464D-885C-270FA1BBE6DC}" dt="2026-07-18T00:31:34.460" v="378" actId="947"/>
          <ac:spMkLst>
            <pc:docMk/>
            <pc:sldMk cId="3894990894" sldId="268"/>
            <ac:spMk id="20" creationId="{169D3CBF-3A05-6597-DF51-066A159D2554}"/>
          </ac:spMkLst>
        </pc:spChg>
        <pc:spChg chg="add mod">
          <ac:chgData name="Hon Yen Yang" userId="b6b8e205c13bf701" providerId="LiveId" clId="{4F5E12EF-4D7A-464D-885C-270FA1BBE6DC}" dt="2026-07-18T00:31:34.470" v="381"/>
          <ac:spMkLst>
            <pc:docMk/>
            <pc:sldMk cId="3894990894" sldId="268"/>
            <ac:spMk id="21" creationId="{13AD87F4-E861-3BF1-B921-FDDA66E88B02}"/>
          </ac:spMkLst>
        </pc:spChg>
        <pc:spChg chg="add mod">
          <ac:chgData name="Hon Yen Yang" userId="b6b8e205c13bf701" providerId="LiveId" clId="{4F5E12EF-4D7A-464D-885C-270FA1BBE6DC}" dt="2026-07-18T00:31:34.486" v="393" actId="948"/>
          <ac:spMkLst>
            <pc:docMk/>
            <pc:sldMk cId="3894990894" sldId="268"/>
            <ac:spMk id="22" creationId="{72F6C43B-E52F-3FF1-7E7B-D841EAC50179}"/>
          </ac:spMkLst>
        </pc:spChg>
        <pc:spChg chg="add mod">
          <ac:chgData name="Hon Yen Yang" userId="b6b8e205c13bf701" providerId="LiveId" clId="{4F5E12EF-4D7A-464D-885C-270FA1BBE6DC}" dt="2026-07-18T00:31:34.486" v="396"/>
          <ac:spMkLst>
            <pc:docMk/>
            <pc:sldMk cId="3894990894" sldId="268"/>
            <ac:spMk id="23" creationId="{E0C532D6-4E39-285A-E7F0-A7006E854EA6}"/>
          </ac:spMkLst>
        </pc:spChg>
        <pc:spChg chg="add mod">
          <ac:chgData name="Hon Yen Yang" userId="b6b8e205c13bf701" providerId="LiveId" clId="{4F5E12EF-4D7A-464D-885C-270FA1BBE6DC}" dt="2026-07-18T00:31:34.518" v="408" actId="948"/>
          <ac:spMkLst>
            <pc:docMk/>
            <pc:sldMk cId="3894990894" sldId="268"/>
            <ac:spMk id="24" creationId="{C220C7E7-E626-6102-9ADB-A5921C117F8C}"/>
          </ac:spMkLst>
        </pc:spChg>
        <pc:spChg chg="add mod">
          <ac:chgData name="Hon Yen Yang" userId="b6b8e205c13bf701" providerId="LiveId" clId="{4F5E12EF-4D7A-464D-885C-270FA1BBE6DC}" dt="2026-07-18T00:31:34.556" v="419" actId="947"/>
          <ac:spMkLst>
            <pc:docMk/>
            <pc:sldMk cId="3894990894" sldId="268"/>
            <ac:spMk id="25" creationId="{78FEECB6-E336-C171-4217-457D963790A2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4:38.692" v="1052" actId="2696"/>
        <pc:sldMkLst>
          <pc:docMk/>
          <pc:sldMk cId="2026086425" sldId="269"/>
        </pc:sldMkLst>
        <pc:spChg chg="add mod">
          <ac:chgData name="Hon Yen Yang" userId="b6b8e205c13bf701" providerId="LiveId" clId="{4F5E12EF-4D7A-464D-885C-270FA1BBE6DC}" dt="2026-07-18T00:31:34.567" v="428"/>
          <ac:spMkLst>
            <pc:docMk/>
            <pc:sldMk cId="2026086425" sldId="269"/>
            <ac:spMk id="2" creationId="{C25147FE-C6AD-94EC-89B8-7FD51B3504C5}"/>
          </ac:spMkLst>
        </pc:spChg>
        <pc:spChg chg="add mod">
          <ac:chgData name="Hon Yen Yang" userId="b6b8e205c13bf701" providerId="LiveId" clId="{4F5E12EF-4D7A-464D-885C-270FA1BBE6DC}" dt="2026-07-18T00:31:34.602" v="440" actId="948"/>
          <ac:spMkLst>
            <pc:docMk/>
            <pc:sldMk cId="2026086425" sldId="269"/>
            <ac:spMk id="3" creationId="{EC5C4A7E-ADF9-8B6A-26E5-92FBF05B9394}"/>
          </ac:spMkLst>
        </pc:spChg>
        <pc:spChg chg="add mod">
          <ac:chgData name="Hon Yen Yang" userId="b6b8e205c13bf701" providerId="LiveId" clId="{4F5E12EF-4D7A-464D-885C-270FA1BBE6DC}" dt="2026-07-18T00:31:34.657" v="451" actId="947"/>
          <ac:spMkLst>
            <pc:docMk/>
            <pc:sldMk cId="2026086425" sldId="269"/>
            <ac:spMk id="4" creationId="{751626E9-0A49-C3CB-373C-6B772DC6E214}"/>
          </ac:spMkLst>
        </pc:spChg>
        <pc:spChg chg="add mod">
          <ac:chgData name="Hon Yen Yang" userId="b6b8e205c13bf701" providerId="LiveId" clId="{4F5E12EF-4D7A-464D-885C-270FA1BBE6DC}" dt="2026-07-18T00:31:34.683" v="462" actId="947"/>
          <ac:spMkLst>
            <pc:docMk/>
            <pc:sldMk cId="2026086425" sldId="269"/>
            <ac:spMk id="5" creationId="{0AB84B97-457E-1A82-4BD6-DDC593B94266}"/>
          </ac:spMkLst>
        </pc:spChg>
        <pc:spChg chg="add mod">
          <ac:chgData name="Hon Yen Yang" userId="b6b8e205c13bf701" providerId="LiveId" clId="{4F5E12EF-4D7A-464D-885C-270FA1BBE6DC}" dt="2026-07-18T00:31:34.690" v="465"/>
          <ac:spMkLst>
            <pc:docMk/>
            <pc:sldMk cId="2026086425" sldId="269"/>
            <ac:spMk id="6" creationId="{B2C4817C-09FF-8376-1F7C-A293A02C9CD1}"/>
          </ac:spMkLst>
        </pc:spChg>
        <pc:spChg chg="add mod">
          <ac:chgData name="Hon Yen Yang" userId="b6b8e205c13bf701" providerId="LiveId" clId="{4F5E12EF-4D7A-464D-885C-270FA1BBE6DC}" dt="2026-07-18T00:31:34.714" v="476" actId="947"/>
          <ac:spMkLst>
            <pc:docMk/>
            <pc:sldMk cId="2026086425" sldId="269"/>
            <ac:spMk id="7" creationId="{05167A4B-5BCE-8E9D-AE63-5F24B3F12131}"/>
          </ac:spMkLst>
        </pc:spChg>
        <pc:spChg chg="add mod">
          <ac:chgData name="Hon Yen Yang" userId="b6b8e205c13bf701" providerId="LiveId" clId="{4F5E12EF-4D7A-464D-885C-270FA1BBE6DC}" dt="2026-07-18T00:31:34.714" v="479"/>
          <ac:spMkLst>
            <pc:docMk/>
            <pc:sldMk cId="2026086425" sldId="269"/>
            <ac:spMk id="8" creationId="{2E417724-E5EC-027D-E898-6911BD57273E}"/>
          </ac:spMkLst>
        </pc:spChg>
        <pc:spChg chg="add mod">
          <ac:chgData name="Hon Yen Yang" userId="b6b8e205c13bf701" providerId="LiveId" clId="{4F5E12EF-4D7A-464D-885C-270FA1BBE6DC}" dt="2026-07-18T00:31:34.714" v="482"/>
          <ac:spMkLst>
            <pc:docMk/>
            <pc:sldMk cId="2026086425" sldId="269"/>
            <ac:spMk id="9" creationId="{EF7EF521-D937-056F-2E21-A160E1A72920}"/>
          </ac:spMkLst>
        </pc:spChg>
        <pc:spChg chg="add mod">
          <ac:chgData name="Hon Yen Yang" userId="b6b8e205c13bf701" providerId="LiveId" clId="{4F5E12EF-4D7A-464D-885C-270FA1BBE6DC}" dt="2026-07-18T00:31:34.746" v="493" actId="947"/>
          <ac:spMkLst>
            <pc:docMk/>
            <pc:sldMk cId="2026086425" sldId="269"/>
            <ac:spMk id="10" creationId="{793A3FE1-ED7C-69EF-C324-47C2C208037F}"/>
          </ac:spMkLst>
        </pc:spChg>
        <pc:spChg chg="add mod">
          <ac:chgData name="Hon Yen Yang" userId="b6b8e205c13bf701" providerId="LiveId" clId="{4F5E12EF-4D7A-464D-885C-270FA1BBE6DC}" dt="2026-07-18T00:31:34.885" v="496"/>
          <ac:spMkLst>
            <pc:docMk/>
            <pc:sldMk cId="2026086425" sldId="269"/>
            <ac:spMk id="11" creationId="{6E383EF3-6465-099D-6711-9E0F58708DD2}"/>
          </ac:spMkLst>
        </pc:spChg>
        <pc:spChg chg="add mod">
          <ac:chgData name="Hon Yen Yang" userId="b6b8e205c13bf701" providerId="LiveId" clId="{4F5E12EF-4D7A-464D-885C-270FA1BBE6DC}" dt="2026-07-18T00:31:34.920" v="508" actId="948"/>
          <ac:spMkLst>
            <pc:docMk/>
            <pc:sldMk cId="2026086425" sldId="269"/>
            <ac:spMk id="12" creationId="{77E93912-CA96-ACC6-327B-75D173F3C1F6}"/>
          </ac:spMkLst>
        </pc:spChg>
        <pc:spChg chg="add mod">
          <ac:chgData name="Hon Yen Yang" userId="b6b8e205c13bf701" providerId="LiveId" clId="{4F5E12EF-4D7A-464D-885C-270FA1BBE6DC}" dt="2026-07-18T00:31:34.999" v="519" actId="947"/>
          <ac:spMkLst>
            <pc:docMk/>
            <pc:sldMk cId="2026086425" sldId="269"/>
            <ac:spMk id="13" creationId="{2CBCD00D-041D-1683-0ADB-DE1F20DE1B19}"/>
          </ac:spMkLst>
        </pc:spChg>
        <pc:spChg chg="add mod">
          <ac:chgData name="Hon Yen Yang" userId="b6b8e205c13bf701" providerId="LiveId" clId="{4F5E12EF-4D7A-464D-885C-270FA1BBE6DC}" dt="2026-07-18T00:31:35.017" v="530" actId="947"/>
          <ac:spMkLst>
            <pc:docMk/>
            <pc:sldMk cId="2026086425" sldId="269"/>
            <ac:spMk id="14" creationId="{C46C84E1-DE64-86F6-26DF-048034A3D417}"/>
          </ac:spMkLst>
        </pc:spChg>
        <pc:spChg chg="add mod">
          <ac:chgData name="Hon Yen Yang" userId="b6b8e205c13bf701" providerId="LiveId" clId="{4F5E12EF-4D7A-464D-885C-270FA1BBE6DC}" dt="2026-07-18T00:31:35.048" v="541" actId="947"/>
          <ac:spMkLst>
            <pc:docMk/>
            <pc:sldMk cId="2026086425" sldId="269"/>
            <ac:spMk id="15" creationId="{94BC00F3-8C9C-662B-F3E4-03AA07A072F0}"/>
          </ac:spMkLst>
        </pc:spChg>
        <pc:spChg chg="add mod">
          <ac:chgData name="Hon Yen Yang" userId="b6b8e205c13bf701" providerId="LiveId" clId="{4F5E12EF-4D7A-464D-885C-270FA1BBE6DC}" dt="2026-07-18T00:31:35.062" v="552" actId="947"/>
          <ac:spMkLst>
            <pc:docMk/>
            <pc:sldMk cId="2026086425" sldId="269"/>
            <ac:spMk id="16" creationId="{3DCD7254-F115-D281-7499-D2DAF2F1CB2A}"/>
          </ac:spMkLst>
        </pc:spChg>
        <pc:spChg chg="add mod">
          <ac:chgData name="Hon Yen Yang" userId="b6b8e205c13bf701" providerId="LiveId" clId="{4F5E12EF-4D7A-464D-885C-270FA1BBE6DC}" dt="2026-07-18T00:31:35.077" v="555"/>
          <ac:spMkLst>
            <pc:docMk/>
            <pc:sldMk cId="2026086425" sldId="269"/>
            <ac:spMk id="17" creationId="{9E2A97CD-8F56-744E-7659-6F432D1AE519}"/>
          </ac:spMkLst>
        </pc:spChg>
        <pc:spChg chg="add mod">
          <ac:chgData name="Hon Yen Yang" userId="b6b8e205c13bf701" providerId="LiveId" clId="{4F5E12EF-4D7A-464D-885C-270FA1BBE6DC}" dt="2026-07-18T00:31:35.102" v="566" actId="947"/>
          <ac:spMkLst>
            <pc:docMk/>
            <pc:sldMk cId="2026086425" sldId="269"/>
            <ac:spMk id="18" creationId="{B1A66F3D-309E-A52B-BC4B-FE8F7F63D042}"/>
          </ac:spMkLst>
        </pc:spChg>
        <pc:spChg chg="add mod">
          <ac:chgData name="Hon Yen Yang" userId="b6b8e205c13bf701" providerId="LiveId" clId="{4F5E12EF-4D7A-464D-885C-270FA1BBE6DC}" dt="2026-07-18T00:31:35.133" v="577" actId="947"/>
          <ac:spMkLst>
            <pc:docMk/>
            <pc:sldMk cId="2026086425" sldId="269"/>
            <ac:spMk id="19" creationId="{B89F257C-A8C2-B886-40E2-197C3EFBAB76}"/>
          </ac:spMkLst>
        </pc:spChg>
        <pc:spChg chg="add mod">
          <ac:chgData name="Hon Yen Yang" userId="b6b8e205c13bf701" providerId="LiveId" clId="{4F5E12EF-4D7A-464D-885C-270FA1BBE6DC}" dt="2026-07-18T00:31:35.159" v="588" actId="947"/>
          <ac:spMkLst>
            <pc:docMk/>
            <pc:sldMk cId="2026086425" sldId="269"/>
            <ac:spMk id="20" creationId="{1443DA55-7F32-529D-7DCE-0522D72F6226}"/>
          </ac:spMkLst>
        </pc:spChg>
        <pc:spChg chg="add mod">
          <ac:chgData name="Hon Yen Yang" userId="b6b8e205c13bf701" providerId="LiveId" clId="{4F5E12EF-4D7A-464D-885C-270FA1BBE6DC}" dt="2026-07-18T00:31:35.176" v="591"/>
          <ac:spMkLst>
            <pc:docMk/>
            <pc:sldMk cId="2026086425" sldId="269"/>
            <ac:spMk id="21" creationId="{5BC174F4-B725-19A3-AF9F-5E1B334477F0}"/>
          </ac:spMkLst>
        </pc:spChg>
        <pc:spChg chg="add mod">
          <ac:chgData name="Hon Yen Yang" userId="b6b8e205c13bf701" providerId="LiveId" clId="{4F5E12EF-4D7A-464D-885C-270FA1BBE6DC}" dt="2026-07-18T00:31:35.207" v="603" actId="948"/>
          <ac:spMkLst>
            <pc:docMk/>
            <pc:sldMk cId="2026086425" sldId="269"/>
            <ac:spMk id="22" creationId="{378E1D83-5D22-3E4E-FB94-ED6242EE22D4}"/>
          </ac:spMkLst>
        </pc:spChg>
        <pc:spChg chg="add mod">
          <ac:chgData name="Hon Yen Yang" userId="b6b8e205c13bf701" providerId="LiveId" clId="{4F5E12EF-4D7A-464D-885C-270FA1BBE6DC}" dt="2026-07-18T00:31:35.207" v="606"/>
          <ac:spMkLst>
            <pc:docMk/>
            <pc:sldMk cId="2026086425" sldId="269"/>
            <ac:spMk id="23" creationId="{506E7A97-429E-93B3-41AD-9605EC3B3298}"/>
          </ac:spMkLst>
        </pc:spChg>
        <pc:spChg chg="add mod">
          <ac:chgData name="Hon Yen Yang" userId="b6b8e205c13bf701" providerId="LiveId" clId="{4F5E12EF-4D7A-464D-885C-270FA1BBE6DC}" dt="2026-07-18T00:31:35.234" v="618" actId="948"/>
          <ac:spMkLst>
            <pc:docMk/>
            <pc:sldMk cId="2026086425" sldId="269"/>
            <ac:spMk id="24" creationId="{7C663516-A320-2442-6CBB-EBD04B32C56E}"/>
          </ac:spMkLst>
        </pc:spChg>
        <pc:spChg chg="add mod">
          <ac:chgData name="Hon Yen Yang" userId="b6b8e205c13bf701" providerId="LiveId" clId="{4F5E12EF-4D7A-464D-885C-270FA1BBE6DC}" dt="2026-07-18T00:31:35.266" v="629" actId="947"/>
          <ac:spMkLst>
            <pc:docMk/>
            <pc:sldMk cId="2026086425" sldId="269"/>
            <ac:spMk id="25" creationId="{EF8BE2F7-EDDD-43D1-BC8D-4700C684FDBE}"/>
          </ac:spMkLst>
        </pc:spChg>
      </pc:sldChg>
      <pc:sldChg chg="addSp modSp add mod modTransition setBg">
        <pc:chgData name="Hon Yen Yang" userId="b6b8e205c13bf701" providerId="LiveId" clId="{4F5E12EF-4D7A-464D-885C-270FA1BBE6DC}" dt="2026-07-18T00:44:05.396" v="3363" actId="14100"/>
        <pc:sldMkLst>
          <pc:docMk/>
          <pc:sldMk cId="2167684255" sldId="269"/>
        </pc:sldMkLst>
        <pc:spChg chg="add mod">
          <ac:chgData name="Hon Yen Yang" userId="b6b8e205c13bf701" providerId="LiveId" clId="{4F5E12EF-4D7A-464D-885C-270FA1BBE6DC}" dt="2026-07-18T00:35:59.279" v="2538"/>
          <ac:spMkLst>
            <pc:docMk/>
            <pc:sldMk cId="2167684255" sldId="269"/>
            <ac:spMk id="2" creationId="{D36C1290-6EEE-85B9-4DD5-1AFE42CACC05}"/>
          </ac:spMkLst>
        </pc:spChg>
        <pc:spChg chg="add mod">
          <ac:chgData name="Hon Yen Yang" userId="b6b8e205c13bf701" providerId="LiveId" clId="{4F5E12EF-4D7A-464D-885C-270FA1BBE6DC}" dt="2026-07-18T00:35:59.420" v="2550" actId="948"/>
          <ac:spMkLst>
            <pc:docMk/>
            <pc:sldMk cId="2167684255" sldId="269"/>
            <ac:spMk id="3" creationId="{53CD968B-09C7-DE7F-CED1-2EE8A5DA9C00}"/>
          </ac:spMkLst>
        </pc:spChg>
        <pc:spChg chg="add mod">
          <ac:chgData name="Hon Yen Yang" userId="b6b8e205c13bf701" providerId="LiveId" clId="{4F5E12EF-4D7A-464D-885C-270FA1BBE6DC}" dt="2026-07-18T00:35:59.452" v="2561" actId="947"/>
          <ac:spMkLst>
            <pc:docMk/>
            <pc:sldMk cId="2167684255" sldId="269"/>
            <ac:spMk id="4" creationId="{D93820AB-E0BB-A1C6-0138-36AF44A61CDE}"/>
          </ac:spMkLst>
        </pc:spChg>
        <pc:spChg chg="add mod">
          <ac:chgData name="Hon Yen Yang" userId="b6b8e205c13bf701" providerId="LiveId" clId="{4F5E12EF-4D7A-464D-885C-270FA1BBE6DC}" dt="2026-07-18T00:35:59.468" v="2572" actId="947"/>
          <ac:spMkLst>
            <pc:docMk/>
            <pc:sldMk cId="2167684255" sldId="269"/>
            <ac:spMk id="5" creationId="{003781FD-E8EF-9BEF-7264-2F1A81DA5824}"/>
          </ac:spMkLst>
        </pc:spChg>
        <pc:spChg chg="add mod">
          <ac:chgData name="Hon Yen Yang" userId="b6b8e205c13bf701" providerId="LiveId" clId="{4F5E12EF-4D7A-464D-885C-270FA1BBE6DC}" dt="2026-07-18T00:35:59.468" v="2575"/>
          <ac:spMkLst>
            <pc:docMk/>
            <pc:sldMk cId="2167684255" sldId="269"/>
            <ac:spMk id="6" creationId="{6923FC60-0BA9-1B5F-EBA6-49FF5FB0B30D}"/>
          </ac:spMkLst>
        </pc:spChg>
        <pc:spChg chg="add mod">
          <ac:chgData name="Hon Yen Yang" userId="b6b8e205c13bf701" providerId="LiveId" clId="{4F5E12EF-4D7A-464D-885C-270FA1BBE6DC}" dt="2026-07-18T00:35:59.535" v="2586" actId="947"/>
          <ac:spMkLst>
            <pc:docMk/>
            <pc:sldMk cId="2167684255" sldId="269"/>
            <ac:spMk id="7" creationId="{E6E2A8C8-5DED-9C3D-D725-751AF4842D55}"/>
          </ac:spMkLst>
        </pc:spChg>
        <pc:spChg chg="add mod">
          <ac:chgData name="Hon Yen Yang" userId="b6b8e205c13bf701" providerId="LiveId" clId="{4F5E12EF-4D7A-464D-885C-270FA1BBE6DC}" dt="2026-07-18T00:44:05.396" v="3363" actId="14100"/>
          <ac:spMkLst>
            <pc:docMk/>
            <pc:sldMk cId="2167684255" sldId="269"/>
            <ac:spMk id="8" creationId="{194BB77A-6B93-8BBB-14A8-8BB3B479C341}"/>
          </ac:spMkLst>
        </pc:spChg>
        <pc:spChg chg="add mod">
          <ac:chgData name="Hon Yen Yang" userId="b6b8e205c13bf701" providerId="LiveId" clId="{4F5E12EF-4D7A-464D-885C-270FA1BBE6DC}" dt="2026-07-18T00:35:59.535" v="2592"/>
          <ac:spMkLst>
            <pc:docMk/>
            <pc:sldMk cId="2167684255" sldId="269"/>
            <ac:spMk id="9" creationId="{FB716B8B-9C60-E033-6F3B-6DD09D012252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0" creationId="{EF6CC7FA-F9CF-698B-3E47-473D0B557272}"/>
          </ac:spMkLst>
        </pc:spChg>
        <pc:spChg chg="add mod">
          <ac:chgData name="Hon Yen Yang" userId="b6b8e205c13bf701" providerId="LiveId" clId="{4F5E12EF-4D7A-464D-885C-270FA1BBE6DC}" dt="2026-07-18T00:35:59.566" v="2606"/>
          <ac:spMkLst>
            <pc:docMk/>
            <pc:sldMk cId="2167684255" sldId="269"/>
            <ac:spMk id="11" creationId="{143D16D2-CFB3-6BEF-E1F1-FAACE604F7E1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2" creationId="{598666C3-3B98-9DFC-035E-919C8CD3531D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3" creationId="{20F12DD7-267D-479A-BD6A-E893B984566D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4" creationId="{9C264D3A-9B83-AF17-F06B-66C761AEA9DF}"/>
          </ac:spMkLst>
        </pc:spChg>
        <pc:spChg chg="add mod">
          <ac:chgData name="Hon Yen Yang" userId="b6b8e205c13bf701" providerId="LiveId" clId="{4F5E12EF-4D7A-464D-885C-270FA1BBE6DC}" dt="2026-07-18T00:35:59.659" v="2651" actId="947"/>
          <ac:spMkLst>
            <pc:docMk/>
            <pc:sldMk cId="2167684255" sldId="269"/>
            <ac:spMk id="15" creationId="{95C3CD41-67BB-7D2D-D368-CFE7FD84B3D1}"/>
          </ac:spMkLst>
        </pc:spChg>
        <pc:spChg chg="add mod">
          <ac:chgData name="Hon Yen Yang" userId="b6b8e205c13bf701" providerId="LiveId" clId="{4F5E12EF-4D7A-464D-885C-270FA1BBE6DC}" dt="2026-07-18T00:42:24.636" v="3294" actId="20577"/>
          <ac:spMkLst>
            <pc:docMk/>
            <pc:sldMk cId="2167684255" sldId="269"/>
            <ac:spMk id="16" creationId="{836B4D29-A1E5-9A94-679A-B9DB0F4212FB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7" creationId="{FC01839F-1965-8037-5E1E-EC0E84D89710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18" creationId="{9CE1F10A-9655-BB5E-A62E-6579B2DE40CF}"/>
          </ac:spMkLst>
        </pc:spChg>
        <pc:spChg chg="add mod">
          <ac:chgData name="Hon Yen Yang" userId="b6b8e205c13bf701" providerId="LiveId" clId="{4F5E12EF-4D7A-464D-885C-270FA1BBE6DC}" dt="2026-07-18T00:43:16.420" v="3359" actId="20577"/>
          <ac:spMkLst>
            <pc:docMk/>
            <pc:sldMk cId="2167684255" sldId="269"/>
            <ac:spMk id="19" creationId="{287381D4-D514-27CC-5D74-27DBBA1AB6E8}"/>
          </ac:spMkLst>
        </pc:spChg>
        <pc:spChg chg="add mod">
          <ac:chgData name="Hon Yen Yang" userId="b6b8e205c13bf701" providerId="LiveId" clId="{4F5E12EF-4D7A-464D-885C-270FA1BBE6DC}" dt="2026-07-18T00:35:59.735" v="2698" actId="947"/>
          <ac:spMkLst>
            <pc:docMk/>
            <pc:sldMk cId="2167684255" sldId="269"/>
            <ac:spMk id="20" creationId="{563C2FBB-CD06-B39A-A9F6-4E1EE544B328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21" creationId="{24AA0B5A-B709-6814-F342-1F7824707113}"/>
          </ac:spMkLst>
        </pc:spChg>
        <pc:spChg chg="add mod">
          <ac:chgData name="Hon Yen Yang" userId="b6b8e205c13bf701" providerId="LiveId" clId="{4F5E12EF-4D7A-464D-885C-270FA1BBE6DC}" dt="2026-07-18T00:35:59.767" v="2713" actId="948"/>
          <ac:spMkLst>
            <pc:docMk/>
            <pc:sldMk cId="2167684255" sldId="269"/>
            <ac:spMk id="22" creationId="{E583C45B-E62C-8D25-F6B7-034F2047704D}"/>
          </ac:spMkLst>
        </pc:spChg>
        <pc:spChg chg="add mod">
          <ac:chgData name="Hon Yen Yang" userId="b6b8e205c13bf701" providerId="LiveId" clId="{4F5E12EF-4D7A-464D-885C-270FA1BBE6DC}" dt="2026-07-18T00:35:59.767" v="2716"/>
          <ac:spMkLst>
            <pc:docMk/>
            <pc:sldMk cId="2167684255" sldId="269"/>
            <ac:spMk id="23" creationId="{0A994A68-BDD0-9CB8-7146-E75D83180C63}"/>
          </ac:spMkLst>
        </pc:spChg>
        <pc:spChg chg="add mod">
          <ac:chgData name="Hon Yen Yang" userId="b6b8e205c13bf701" providerId="LiveId" clId="{4F5E12EF-4D7A-464D-885C-270FA1BBE6DC}" dt="2026-07-18T00:39:25.806" v="3235" actId="14100"/>
          <ac:spMkLst>
            <pc:docMk/>
            <pc:sldMk cId="2167684255" sldId="269"/>
            <ac:spMk id="24" creationId="{DAB90C45-6086-6B60-740D-485AC75556E1}"/>
          </ac:spMkLst>
        </pc:spChg>
        <pc:spChg chg="add mod">
          <ac:chgData name="Hon Yen Yang" userId="b6b8e205c13bf701" providerId="LiveId" clId="{4F5E12EF-4D7A-464D-885C-270FA1BBE6DC}" dt="2026-07-18T00:35:59.813" v="2739" actId="947"/>
          <ac:spMkLst>
            <pc:docMk/>
            <pc:sldMk cId="2167684255" sldId="269"/>
            <ac:spMk id="25" creationId="{F8D94004-96A8-27D0-9E29-7AE30AB10013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5:55.222" v="2107" actId="2696"/>
        <pc:sldMkLst>
          <pc:docMk/>
          <pc:sldMk cId="3822151927" sldId="269"/>
        </pc:sldMkLst>
        <pc:spChg chg="add mod">
          <ac:chgData name="Hon Yen Yang" userId="b6b8e205c13bf701" providerId="LiveId" clId="{4F5E12EF-4D7A-464D-885C-270FA1BBE6DC}" dt="2026-07-18T00:34:40.022" v="1483"/>
          <ac:spMkLst>
            <pc:docMk/>
            <pc:sldMk cId="3822151927" sldId="269"/>
            <ac:spMk id="2" creationId="{9FF3D1C6-2DA6-0F3E-345A-B492F4248DC6}"/>
          </ac:spMkLst>
        </pc:spChg>
        <pc:spChg chg="add mod">
          <ac:chgData name="Hon Yen Yang" userId="b6b8e205c13bf701" providerId="LiveId" clId="{4F5E12EF-4D7A-464D-885C-270FA1BBE6DC}" dt="2026-07-18T00:34:40.118" v="1495" actId="948"/>
          <ac:spMkLst>
            <pc:docMk/>
            <pc:sldMk cId="3822151927" sldId="269"/>
            <ac:spMk id="3" creationId="{DF17F6D2-D550-0170-0D23-08948F40BFE1}"/>
          </ac:spMkLst>
        </pc:spChg>
        <pc:spChg chg="add mod">
          <ac:chgData name="Hon Yen Yang" userId="b6b8e205c13bf701" providerId="LiveId" clId="{4F5E12EF-4D7A-464D-885C-270FA1BBE6DC}" dt="2026-07-18T00:34:40.214" v="1506" actId="947"/>
          <ac:spMkLst>
            <pc:docMk/>
            <pc:sldMk cId="3822151927" sldId="269"/>
            <ac:spMk id="4" creationId="{31C39FF2-0F52-F980-663C-E188CD56FCFD}"/>
          </ac:spMkLst>
        </pc:spChg>
        <pc:spChg chg="add mod">
          <ac:chgData name="Hon Yen Yang" userId="b6b8e205c13bf701" providerId="LiveId" clId="{4F5E12EF-4D7A-464D-885C-270FA1BBE6DC}" dt="2026-07-18T00:34:40.293" v="1517" actId="947"/>
          <ac:spMkLst>
            <pc:docMk/>
            <pc:sldMk cId="3822151927" sldId="269"/>
            <ac:spMk id="5" creationId="{BF9ED4D9-EBB4-3986-A920-00E439FEC5DC}"/>
          </ac:spMkLst>
        </pc:spChg>
        <pc:spChg chg="add mod">
          <ac:chgData name="Hon Yen Yang" userId="b6b8e205c13bf701" providerId="LiveId" clId="{4F5E12EF-4D7A-464D-885C-270FA1BBE6DC}" dt="2026-07-18T00:34:40.293" v="1520"/>
          <ac:spMkLst>
            <pc:docMk/>
            <pc:sldMk cId="3822151927" sldId="269"/>
            <ac:spMk id="6" creationId="{47D78D4E-868D-BDDC-F844-52F133DFC92F}"/>
          </ac:spMkLst>
        </pc:spChg>
        <pc:spChg chg="add mod">
          <ac:chgData name="Hon Yen Yang" userId="b6b8e205c13bf701" providerId="LiveId" clId="{4F5E12EF-4D7A-464D-885C-270FA1BBE6DC}" dt="2026-07-18T00:34:40.309" v="1531" actId="947"/>
          <ac:spMkLst>
            <pc:docMk/>
            <pc:sldMk cId="3822151927" sldId="269"/>
            <ac:spMk id="7" creationId="{D94B9C3F-2EE2-C357-D0E2-3CD1CAD8F6B2}"/>
          </ac:spMkLst>
        </pc:spChg>
        <pc:spChg chg="add mod">
          <ac:chgData name="Hon Yen Yang" userId="b6b8e205c13bf701" providerId="LiveId" clId="{4F5E12EF-4D7A-464D-885C-270FA1BBE6DC}" dt="2026-07-18T00:34:40.325" v="1534"/>
          <ac:spMkLst>
            <pc:docMk/>
            <pc:sldMk cId="3822151927" sldId="269"/>
            <ac:spMk id="8" creationId="{92D39981-EDD6-B478-02FE-86F10D043490}"/>
          </ac:spMkLst>
        </pc:spChg>
        <pc:spChg chg="add mod">
          <ac:chgData name="Hon Yen Yang" userId="b6b8e205c13bf701" providerId="LiveId" clId="{4F5E12EF-4D7A-464D-885C-270FA1BBE6DC}" dt="2026-07-18T00:34:40.325" v="1537"/>
          <ac:spMkLst>
            <pc:docMk/>
            <pc:sldMk cId="3822151927" sldId="269"/>
            <ac:spMk id="9" creationId="{BE1E3AFE-5BEF-1BD3-20C2-0AA7AEB8703D}"/>
          </ac:spMkLst>
        </pc:spChg>
        <pc:spChg chg="add mod">
          <ac:chgData name="Hon Yen Yang" userId="b6b8e205c13bf701" providerId="LiveId" clId="{4F5E12EF-4D7A-464D-885C-270FA1BBE6DC}" dt="2026-07-18T00:34:40.340" v="1548" actId="947"/>
          <ac:spMkLst>
            <pc:docMk/>
            <pc:sldMk cId="3822151927" sldId="269"/>
            <ac:spMk id="10" creationId="{5CC5E23D-5D83-DD89-8C03-F3ED0C413C53}"/>
          </ac:spMkLst>
        </pc:spChg>
        <pc:spChg chg="add mod">
          <ac:chgData name="Hon Yen Yang" userId="b6b8e205c13bf701" providerId="LiveId" clId="{4F5E12EF-4D7A-464D-885C-270FA1BBE6DC}" dt="2026-07-18T00:34:40.340" v="1551"/>
          <ac:spMkLst>
            <pc:docMk/>
            <pc:sldMk cId="3822151927" sldId="269"/>
            <ac:spMk id="11" creationId="{E1DCACDA-8DFE-7938-4A77-903934B9C09C}"/>
          </ac:spMkLst>
        </pc:spChg>
        <pc:spChg chg="add mod">
          <ac:chgData name="Hon Yen Yang" userId="b6b8e205c13bf701" providerId="LiveId" clId="{4F5E12EF-4D7A-464D-885C-270FA1BBE6DC}" dt="2026-07-18T00:34:40.372" v="1563" actId="948"/>
          <ac:spMkLst>
            <pc:docMk/>
            <pc:sldMk cId="3822151927" sldId="269"/>
            <ac:spMk id="12" creationId="{AB85154E-38E1-911B-2663-C54DE5DDBF92}"/>
          </ac:spMkLst>
        </pc:spChg>
        <pc:spChg chg="add mod">
          <ac:chgData name="Hon Yen Yang" userId="b6b8e205c13bf701" providerId="LiveId" clId="{4F5E12EF-4D7A-464D-885C-270FA1BBE6DC}" dt="2026-07-18T00:34:40.404" v="1574" actId="947"/>
          <ac:spMkLst>
            <pc:docMk/>
            <pc:sldMk cId="3822151927" sldId="269"/>
            <ac:spMk id="13" creationId="{0FFFF468-912F-4CEE-740B-80644CB03497}"/>
          </ac:spMkLst>
        </pc:spChg>
        <pc:spChg chg="add mod">
          <ac:chgData name="Hon Yen Yang" userId="b6b8e205c13bf701" providerId="LiveId" clId="{4F5E12EF-4D7A-464D-885C-270FA1BBE6DC}" dt="2026-07-18T00:34:40.436" v="1585" actId="947"/>
          <ac:spMkLst>
            <pc:docMk/>
            <pc:sldMk cId="3822151927" sldId="269"/>
            <ac:spMk id="14" creationId="{6451B159-1202-FA8F-3F21-D62D9FADA4D0}"/>
          </ac:spMkLst>
        </pc:spChg>
        <pc:spChg chg="add mod">
          <ac:chgData name="Hon Yen Yang" userId="b6b8e205c13bf701" providerId="LiveId" clId="{4F5E12EF-4D7A-464D-885C-270FA1BBE6DC}" dt="2026-07-18T00:34:40.451" v="1596" actId="947"/>
          <ac:spMkLst>
            <pc:docMk/>
            <pc:sldMk cId="3822151927" sldId="269"/>
            <ac:spMk id="15" creationId="{E45366EA-E277-DDAB-1948-EB8F7BEE4C8E}"/>
          </ac:spMkLst>
        </pc:spChg>
        <pc:spChg chg="add mod">
          <ac:chgData name="Hon Yen Yang" userId="b6b8e205c13bf701" providerId="LiveId" clId="{4F5E12EF-4D7A-464D-885C-270FA1BBE6DC}" dt="2026-07-18T00:34:40.483" v="1607" actId="947"/>
          <ac:spMkLst>
            <pc:docMk/>
            <pc:sldMk cId="3822151927" sldId="269"/>
            <ac:spMk id="16" creationId="{34DF2ACB-117B-8372-C65C-96DB283C03A4}"/>
          </ac:spMkLst>
        </pc:spChg>
        <pc:spChg chg="add mod">
          <ac:chgData name="Hon Yen Yang" userId="b6b8e205c13bf701" providerId="LiveId" clId="{4F5E12EF-4D7A-464D-885C-270FA1BBE6DC}" dt="2026-07-18T00:34:40.483" v="1610"/>
          <ac:spMkLst>
            <pc:docMk/>
            <pc:sldMk cId="3822151927" sldId="269"/>
            <ac:spMk id="17" creationId="{370BE490-296B-9D30-4C88-5264793E1996}"/>
          </ac:spMkLst>
        </pc:spChg>
        <pc:spChg chg="add mod">
          <ac:chgData name="Hon Yen Yang" userId="b6b8e205c13bf701" providerId="LiveId" clId="{4F5E12EF-4D7A-464D-885C-270FA1BBE6DC}" dt="2026-07-18T00:34:40.504" v="1621" actId="947"/>
          <ac:spMkLst>
            <pc:docMk/>
            <pc:sldMk cId="3822151927" sldId="269"/>
            <ac:spMk id="18" creationId="{7DE97522-FD8B-573E-976B-25383471DF10}"/>
          </ac:spMkLst>
        </pc:spChg>
        <pc:spChg chg="add mod">
          <ac:chgData name="Hon Yen Yang" userId="b6b8e205c13bf701" providerId="LiveId" clId="{4F5E12EF-4D7A-464D-885C-270FA1BBE6DC}" dt="2026-07-18T00:34:40.526" v="1632" actId="947"/>
          <ac:spMkLst>
            <pc:docMk/>
            <pc:sldMk cId="3822151927" sldId="269"/>
            <ac:spMk id="19" creationId="{F5DBAA72-A30A-7952-D236-7DA8AFC2F8FA}"/>
          </ac:spMkLst>
        </pc:spChg>
        <pc:spChg chg="add mod">
          <ac:chgData name="Hon Yen Yang" userId="b6b8e205c13bf701" providerId="LiveId" clId="{4F5E12EF-4D7A-464D-885C-270FA1BBE6DC}" dt="2026-07-18T00:34:40.531" v="1643" actId="947"/>
          <ac:spMkLst>
            <pc:docMk/>
            <pc:sldMk cId="3822151927" sldId="269"/>
            <ac:spMk id="20" creationId="{26A3FDF9-2098-1CDD-7CEC-2348CCFC4BE7}"/>
          </ac:spMkLst>
        </pc:spChg>
        <pc:spChg chg="add mod">
          <ac:chgData name="Hon Yen Yang" userId="b6b8e205c13bf701" providerId="LiveId" clId="{4F5E12EF-4D7A-464D-885C-270FA1BBE6DC}" dt="2026-07-18T00:34:40.547" v="1646"/>
          <ac:spMkLst>
            <pc:docMk/>
            <pc:sldMk cId="3822151927" sldId="269"/>
            <ac:spMk id="21" creationId="{51FD026B-988E-3F63-21FD-5E91D9812CB6}"/>
          </ac:spMkLst>
        </pc:spChg>
        <pc:spChg chg="add mod">
          <ac:chgData name="Hon Yen Yang" userId="b6b8e205c13bf701" providerId="LiveId" clId="{4F5E12EF-4D7A-464D-885C-270FA1BBE6DC}" dt="2026-07-18T00:34:40.578" v="1658" actId="948"/>
          <ac:spMkLst>
            <pc:docMk/>
            <pc:sldMk cId="3822151927" sldId="269"/>
            <ac:spMk id="22" creationId="{57090E4F-7CF8-3BF0-D2E0-CDA7111B832D}"/>
          </ac:spMkLst>
        </pc:spChg>
        <pc:spChg chg="add mod">
          <ac:chgData name="Hon Yen Yang" userId="b6b8e205c13bf701" providerId="LiveId" clId="{4F5E12EF-4D7A-464D-885C-270FA1BBE6DC}" dt="2026-07-18T00:34:40.578" v="1661"/>
          <ac:spMkLst>
            <pc:docMk/>
            <pc:sldMk cId="3822151927" sldId="269"/>
            <ac:spMk id="23" creationId="{201F4CD9-F227-90CF-5C01-B3B4015F8EC8}"/>
          </ac:spMkLst>
        </pc:spChg>
        <pc:spChg chg="add mod">
          <ac:chgData name="Hon Yen Yang" userId="b6b8e205c13bf701" providerId="LiveId" clId="{4F5E12EF-4D7A-464D-885C-270FA1BBE6DC}" dt="2026-07-18T00:34:40.610" v="1673" actId="948"/>
          <ac:spMkLst>
            <pc:docMk/>
            <pc:sldMk cId="3822151927" sldId="269"/>
            <ac:spMk id="24" creationId="{BBBBBE9B-D8C0-2F1E-734E-0B5875A99015}"/>
          </ac:spMkLst>
        </pc:spChg>
        <pc:spChg chg="add mod">
          <ac:chgData name="Hon Yen Yang" userId="b6b8e205c13bf701" providerId="LiveId" clId="{4F5E12EF-4D7A-464D-885C-270FA1BBE6DC}" dt="2026-07-18T00:34:40.626" v="1684" actId="947"/>
          <ac:spMkLst>
            <pc:docMk/>
            <pc:sldMk cId="3822151927" sldId="269"/>
            <ac:spMk id="25" creationId="{A02AAB47-7018-C835-AB5C-D071D0B22967}"/>
          </ac:spMkLst>
        </pc:spChg>
      </pc:sldChg>
      <pc:sldChg chg="addSp modSp add mod modTransition setBg">
        <pc:chgData name="Hon Yen Yang" userId="b6b8e205c13bf701" providerId="LiveId" clId="{4F5E12EF-4D7A-464D-885C-270FA1BBE6DC}" dt="2026-07-18T00:43:53.331" v="3360" actId="14100"/>
        <pc:sldMkLst>
          <pc:docMk/>
          <pc:sldMk cId="683481582" sldId="270"/>
        </pc:sldMkLst>
        <pc:spChg chg="add mod">
          <ac:chgData name="Hon Yen Yang" userId="b6b8e205c13bf701" providerId="LiveId" clId="{4F5E12EF-4D7A-464D-885C-270FA1BBE6DC}" dt="2026-07-18T00:35:59.830" v="2748"/>
          <ac:spMkLst>
            <pc:docMk/>
            <pc:sldMk cId="683481582" sldId="270"/>
            <ac:spMk id="2" creationId="{E3B12622-4B00-C9C3-0942-258284AADF7B}"/>
          </ac:spMkLst>
        </pc:spChg>
        <pc:spChg chg="add mod">
          <ac:chgData name="Hon Yen Yang" userId="b6b8e205c13bf701" providerId="LiveId" clId="{4F5E12EF-4D7A-464D-885C-270FA1BBE6DC}" dt="2026-07-18T00:35:59.846" v="2760" actId="948"/>
          <ac:spMkLst>
            <pc:docMk/>
            <pc:sldMk cId="683481582" sldId="270"/>
            <ac:spMk id="3" creationId="{92C42EB1-CA9C-1562-AC73-F433994C05F1}"/>
          </ac:spMkLst>
        </pc:spChg>
        <pc:spChg chg="add mod">
          <ac:chgData name="Hon Yen Yang" userId="b6b8e205c13bf701" providerId="LiveId" clId="{4F5E12EF-4D7A-464D-885C-270FA1BBE6DC}" dt="2026-07-18T00:35:59.866" v="2771" actId="947"/>
          <ac:spMkLst>
            <pc:docMk/>
            <pc:sldMk cId="683481582" sldId="270"/>
            <ac:spMk id="4" creationId="{52DADDE8-F07B-401E-39BE-93EC0767C91B}"/>
          </ac:spMkLst>
        </pc:spChg>
        <pc:spChg chg="add mod">
          <ac:chgData name="Hon Yen Yang" userId="b6b8e205c13bf701" providerId="LiveId" clId="{4F5E12EF-4D7A-464D-885C-270FA1BBE6DC}" dt="2026-07-18T00:35:59.893" v="2782" actId="947"/>
          <ac:spMkLst>
            <pc:docMk/>
            <pc:sldMk cId="683481582" sldId="270"/>
            <ac:spMk id="5" creationId="{48169CFB-C400-2B5B-0AF3-38DD91EBB4E1}"/>
          </ac:spMkLst>
        </pc:spChg>
        <pc:spChg chg="add mod">
          <ac:chgData name="Hon Yen Yang" userId="b6b8e205c13bf701" providerId="LiveId" clId="{4F5E12EF-4D7A-464D-885C-270FA1BBE6DC}" dt="2026-07-18T00:35:59.895" v="2785"/>
          <ac:spMkLst>
            <pc:docMk/>
            <pc:sldMk cId="683481582" sldId="270"/>
            <ac:spMk id="6" creationId="{6CCA7A36-E2B4-0260-EB52-EC3CBACE4C0D}"/>
          </ac:spMkLst>
        </pc:spChg>
        <pc:spChg chg="add mod">
          <ac:chgData name="Hon Yen Yang" userId="b6b8e205c13bf701" providerId="LiveId" clId="{4F5E12EF-4D7A-464D-885C-270FA1BBE6DC}" dt="2026-07-18T00:35:59.909" v="2796" actId="947"/>
          <ac:spMkLst>
            <pc:docMk/>
            <pc:sldMk cId="683481582" sldId="270"/>
            <ac:spMk id="7" creationId="{AAEC4399-0787-00F2-6F88-1C498FB43B72}"/>
          </ac:spMkLst>
        </pc:spChg>
        <pc:spChg chg="add mod">
          <ac:chgData name="Hon Yen Yang" userId="b6b8e205c13bf701" providerId="LiveId" clId="{4F5E12EF-4D7A-464D-885C-270FA1BBE6DC}" dt="2026-07-18T00:43:53.331" v="3360" actId="14100"/>
          <ac:spMkLst>
            <pc:docMk/>
            <pc:sldMk cId="683481582" sldId="270"/>
            <ac:spMk id="8" creationId="{1D4D0C00-0EA9-C1CD-F000-11538035A189}"/>
          </ac:spMkLst>
        </pc:spChg>
        <pc:spChg chg="add mod">
          <ac:chgData name="Hon Yen Yang" userId="b6b8e205c13bf701" providerId="LiveId" clId="{4F5E12EF-4D7A-464D-885C-270FA1BBE6DC}" dt="2026-07-18T00:35:59.925" v="2802"/>
          <ac:spMkLst>
            <pc:docMk/>
            <pc:sldMk cId="683481582" sldId="270"/>
            <ac:spMk id="9" creationId="{3676EC35-A2AC-F2D8-33FA-99A811BB9FCF}"/>
          </ac:spMkLst>
        </pc:spChg>
        <pc:spChg chg="add mod">
          <ac:chgData name="Hon Yen Yang" userId="b6b8e205c13bf701" providerId="LiveId" clId="{4F5E12EF-4D7A-464D-885C-270FA1BBE6DC}" dt="2026-07-18T00:35:59.940" v="2813" actId="947"/>
          <ac:spMkLst>
            <pc:docMk/>
            <pc:sldMk cId="683481582" sldId="270"/>
            <ac:spMk id="10" creationId="{946E9B9C-FD36-F9DB-784F-B91B3C6A74AA}"/>
          </ac:spMkLst>
        </pc:spChg>
        <pc:spChg chg="add mod">
          <ac:chgData name="Hon Yen Yang" userId="b6b8e205c13bf701" providerId="LiveId" clId="{4F5E12EF-4D7A-464D-885C-270FA1BBE6DC}" dt="2026-07-18T00:35:59.940" v="2816"/>
          <ac:spMkLst>
            <pc:docMk/>
            <pc:sldMk cId="683481582" sldId="270"/>
            <ac:spMk id="11" creationId="{008B9A69-DCE1-18B5-B8AC-74CF401D1BE8}"/>
          </ac:spMkLst>
        </pc:spChg>
        <pc:spChg chg="add mod">
          <ac:chgData name="Hon Yen Yang" userId="b6b8e205c13bf701" providerId="LiveId" clId="{4F5E12EF-4D7A-464D-885C-270FA1BBE6DC}" dt="2026-07-18T00:35:59.971" v="2828" actId="948"/>
          <ac:spMkLst>
            <pc:docMk/>
            <pc:sldMk cId="683481582" sldId="270"/>
            <ac:spMk id="12" creationId="{3E658AE4-DFFA-1A0B-162D-047D6B4F4325}"/>
          </ac:spMkLst>
        </pc:spChg>
        <pc:spChg chg="add mod">
          <ac:chgData name="Hon Yen Yang" userId="b6b8e205c13bf701" providerId="LiveId" clId="{4F5E12EF-4D7A-464D-885C-270FA1BBE6DC}" dt="2026-07-18T00:35:59.987" v="2839" actId="947"/>
          <ac:spMkLst>
            <pc:docMk/>
            <pc:sldMk cId="683481582" sldId="270"/>
            <ac:spMk id="13" creationId="{55CAD14E-5809-19DE-629B-5BECDF2604C3}"/>
          </ac:spMkLst>
        </pc:spChg>
        <pc:spChg chg="add mod">
          <ac:chgData name="Hon Yen Yang" userId="b6b8e205c13bf701" providerId="LiveId" clId="{4F5E12EF-4D7A-464D-885C-270FA1BBE6DC}" dt="2026-07-18T00:36:00.003" v="2850" actId="947"/>
          <ac:spMkLst>
            <pc:docMk/>
            <pc:sldMk cId="683481582" sldId="270"/>
            <ac:spMk id="14" creationId="{4512B308-C315-3309-79B6-4CF7598ED6D1}"/>
          </ac:spMkLst>
        </pc:spChg>
        <pc:spChg chg="add mod">
          <ac:chgData name="Hon Yen Yang" userId="b6b8e205c13bf701" providerId="LiveId" clId="{4F5E12EF-4D7A-464D-885C-270FA1BBE6DC}" dt="2026-07-18T00:36:00.034" v="2861" actId="947"/>
          <ac:spMkLst>
            <pc:docMk/>
            <pc:sldMk cId="683481582" sldId="270"/>
            <ac:spMk id="15" creationId="{910B30C1-79BF-13E5-E738-5750712526F0}"/>
          </ac:spMkLst>
        </pc:spChg>
        <pc:spChg chg="add mod">
          <ac:chgData name="Hon Yen Yang" userId="b6b8e205c13bf701" providerId="LiveId" clId="{4F5E12EF-4D7A-464D-885C-270FA1BBE6DC}" dt="2026-07-18T00:36:00.050" v="2872" actId="947"/>
          <ac:spMkLst>
            <pc:docMk/>
            <pc:sldMk cId="683481582" sldId="270"/>
            <ac:spMk id="16" creationId="{8A9D212E-9EBA-A218-4280-E119FFE9486A}"/>
          </ac:spMkLst>
        </pc:spChg>
        <pc:spChg chg="add mod">
          <ac:chgData name="Hon Yen Yang" userId="b6b8e205c13bf701" providerId="LiveId" clId="{4F5E12EF-4D7A-464D-885C-270FA1BBE6DC}" dt="2026-07-18T00:36:00.050" v="2875"/>
          <ac:spMkLst>
            <pc:docMk/>
            <pc:sldMk cId="683481582" sldId="270"/>
            <ac:spMk id="17" creationId="{714B3B04-A7F4-FA9D-BEDF-DBD791C1239F}"/>
          </ac:spMkLst>
        </pc:spChg>
        <pc:spChg chg="add mod">
          <ac:chgData name="Hon Yen Yang" userId="b6b8e205c13bf701" providerId="LiveId" clId="{4F5E12EF-4D7A-464D-885C-270FA1BBE6DC}" dt="2026-07-18T00:36:00.067" v="2886" actId="947"/>
          <ac:spMkLst>
            <pc:docMk/>
            <pc:sldMk cId="683481582" sldId="270"/>
            <ac:spMk id="18" creationId="{CAAA9E73-8A30-C17B-0F45-530C2D637D52}"/>
          </ac:spMkLst>
        </pc:spChg>
        <pc:spChg chg="add mod">
          <ac:chgData name="Hon Yen Yang" userId="b6b8e205c13bf701" providerId="LiveId" clId="{4F5E12EF-4D7A-464D-885C-270FA1BBE6DC}" dt="2026-07-18T00:36:00.081" v="2897" actId="947"/>
          <ac:spMkLst>
            <pc:docMk/>
            <pc:sldMk cId="683481582" sldId="270"/>
            <ac:spMk id="19" creationId="{A287A63C-461C-0F90-09D7-61CEA617E99E}"/>
          </ac:spMkLst>
        </pc:spChg>
        <pc:spChg chg="add mod">
          <ac:chgData name="Hon Yen Yang" userId="b6b8e205c13bf701" providerId="LiveId" clId="{4F5E12EF-4D7A-464D-885C-270FA1BBE6DC}" dt="2026-07-18T00:36:00.113" v="2908" actId="947"/>
          <ac:spMkLst>
            <pc:docMk/>
            <pc:sldMk cId="683481582" sldId="270"/>
            <ac:spMk id="20" creationId="{B5198622-2363-6A91-20A4-B98937CBE52C}"/>
          </ac:spMkLst>
        </pc:spChg>
        <pc:spChg chg="add mod">
          <ac:chgData name="Hon Yen Yang" userId="b6b8e205c13bf701" providerId="LiveId" clId="{4F5E12EF-4D7A-464D-885C-270FA1BBE6DC}" dt="2026-07-18T00:36:00.113" v="2911"/>
          <ac:spMkLst>
            <pc:docMk/>
            <pc:sldMk cId="683481582" sldId="270"/>
            <ac:spMk id="21" creationId="{6FD02463-BB8D-335F-B198-F17279C49021}"/>
          </ac:spMkLst>
        </pc:spChg>
        <pc:spChg chg="add mod">
          <ac:chgData name="Hon Yen Yang" userId="b6b8e205c13bf701" providerId="LiveId" clId="{4F5E12EF-4D7A-464D-885C-270FA1BBE6DC}" dt="2026-07-18T00:36:00.129" v="2923" actId="948"/>
          <ac:spMkLst>
            <pc:docMk/>
            <pc:sldMk cId="683481582" sldId="270"/>
            <ac:spMk id="22" creationId="{11B11918-57B4-545E-CF53-2E20546FA83A}"/>
          </ac:spMkLst>
        </pc:spChg>
        <pc:spChg chg="add mod">
          <ac:chgData name="Hon Yen Yang" userId="b6b8e205c13bf701" providerId="LiveId" clId="{4F5E12EF-4D7A-464D-885C-270FA1BBE6DC}" dt="2026-07-18T00:36:00.144" v="2926"/>
          <ac:spMkLst>
            <pc:docMk/>
            <pc:sldMk cId="683481582" sldId="270"/>
            <ac:spMk id="23" creationId="{67279421-42EB-0114-D1FF-578676EDBEDA}"/>
          </ac:spMkLst>
        </pc:spChg>
        <pc:spChg chg="add mod">
          <ac:chgData name="Hon Yen Yang" userId="b6b8e205c13bf701" providerId="LiveId" clId="{4F5E12EF-4D7A-464D-885C-270FA1BBE6DC}" dt="2026-07-18T00:36:00.167" v="2938" actId="948"/>
          <ac:spMkLst>
            <pc:docMk/>
            <pc:sldMk cId="683481582" sldId="270"/>
            <ac:spMk id="24" creationId="{34AC6A14-4056-214E-D265-9B358C2C2F31}"/>
          </ac:spMkLst>
        </pc:spChg>
        <pc:spChg chg="add mod">
          <ac:chgData name="Hon Yen Yang" userId="b6b8e205c13bf701" providerId="LiveId" clId="{4F5E12EF-4D7A-464D-885C-270FA1BBE6DC}" dt="2026-07-18T00:36:00.192" v="2949" actId="947"/>
          <ac:spMkLst>
            <pc:docMk/>
            <pc:sldMk cId="683481582" sldId="270"/>
            <ac:spMk id="25" creationId="{E90EE80D-FF7B-B6E7-CBC7-10C1C3C47B10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4:38.689" v="1051" actId="2696"/>
        <pc:sldMkLst>
          <pc:docMk/>
          <pc:sldMk cId="911750437" sldId="270"/>
        </pc:sldMkLst>
        <pc:spChg chg="add mod">
          <ac:chgData name="Hon Yen Yang" userId="b6b8e205c13bf701" providerId="LiveId" clId="{4F5E12EF-4D7A-464D-885C-270FA1BBE6DC}" dt="2026-07-18T00:31:35.283" v="638"/>
          <ac:spMkLst>
            <pc:docMk/>
            <pc:sldMk cId="911750437" sldId="270"/>
            <ac:spMk id="2" creationId="{57C218AC-4E3F-9D9E-CEF2-B03AB6815321}"/>
          </ac:spMkLst>
        </pc:spChg>
        <pc:spChg chg="add mod">
          <ac:chgData name="Hon Yen Yang" userId="b6b8e205c13bf701" providerId="LiveId" clId="{4F5E12EF-4D7A-464D-885C-270FA1BBE6DC}" dt="2026-07-18T00:31:35.303" v="650" actId="948"/>
          <ac:spMkLst>
            <pc:docMk/>
            <pc:sldMk cId="911750437" sldId="270"/>
            <ac:spMk id="3" creationId="{99198B7B-D82F-41B4-9961-4E35167221FB}"/>
          </ac:spMkLst>
        </pc:spChg>
        <pc:spChg chg="add mod">
          <ac:chgData name="Hon Yen Yang" userId="b6b8e205c13bf701" providerId="LiveId" clId="{4F5E12EF-4D7A-464D-885C-270FA1BBE6DC}" dt="2026-07-18T00:31:35.336" v="661" actId="947"/>
          <ac:spMkLst>
            <pc:docMk/>
            <pc:sldMk cId="911750437" sldId="270"/>
            <ac:spMk id="4" creationId="{751B953E-9124-DD6D-011D-EA61D1A4AC86}"/>
          </ac:spMkLst>
        </pc:spChg>
        <pc:spChg chg="add mod">
          <ac:chgData name="Hon Yen Yang" userId="b6b8e205c13bf701" providerId="LiveId" clId="{4F5E12EF-4D7A-464D-885C-270FA1BBE6DC}" dt="2026-07-18T00:31:35.360" v="672" actId="947"/>
          <ac:spMkLst>
            <pc:docMk/>
            <pc:sldMk cId="911750437" sldId="270"/>
            <ac:spMk id="5" creationId="{8A98BCD4-7263-5672-504E-EC1DA9763065}"/>
          </ac:spMkLst>
        </pc:spChg>
        <pc:spChg chg="add mod">
          <ac:chgData name="Hon Yen Yang" userId="b6b8e205c13bf701" providerId="LiveId" clId="{4F5E12EF-4D7A-464D-885C-270FA1BBE6DC}" dt="2026-07-18T00:31:35.360" v="675"/>
          <ac:spMkLst>
            <pc:docMk/>
            <pc:sldMk cId="911750437" sldId="270"/>
            <ac:spMk id="6" creationId="{6FB998F7-2F83-3C8C-B566-4B9082B52C45}"/>
          </ac:spMkLst>
        </pc:spChg>
        <pc:spChg chg="add mod">
          <ac:chgData name="Hon Yen Yang" userId="b6b8e205c13bf701" providerId="LiveId" clId="{4F5E12EF-4D7A-464D-885C-270FA1BBE6DC}" dt="2026-07-18T00:31:35.376" v="686" actId="947"/>
          <ac:spMkLst>
            <pc:docMk/>
            <pc:sldMk cId="911750437" sldId="270"/>
            <ac:spMk id="7" creationId="{926C3B86-94E7-A7AC-DE7A-FA0D012A6D87}"/>
          </ac:spMkLst>
        </pc:spChg>
        <pc:spChg chg="add mod">
          <ac:chgData name="Hon Yen Yang" userId="b6b8e205c13bf701" providerId="LiveId" clId="{4F5E12EF-4D7A-464D-885C-270FA1BBE6DC}" dt="2026-07-18T00:31:35.376" v="689"/>
          <ac:spMkLst>
            <pc:docMk/>
            <pc:sldMk cId="911750437" sldId="270"/>
            <ac:spMk id="8" creationId="{25352F10-DAF9-A230-7292-6160D8C0944D}"/>
          </ac:spMkLst>
        </pc:spChg>
        <pc:spChg chg="add mod">
          <ac:chgData name="Hon Yen Yang" userId="b6b8e205c13bf701" providerId="LiveId" clId="{4F5E12EF-4D7A-464D-885C-270FA1BBE6DC}" dt="2026-07-18T00:31:35.391" v="692"/>
          <ac:spMkLst>
            <pc:docMk/>
            <pc:sldMk cId="911750437" sldId="270"/>
            <ac:spMk id="9" creationId="{6B3A9463-856C-F077-6A3D-6A383CDD1959}"/>
          </ac:spMkLst>
        </pc:spChg>
        <pc:spChg chg="add mod">
          <ac:chgData name="Hon Yen Yang" userId="b6b8e205c13bf701" providerId="LiveId" clId="{4F5E12EF-4D7A-464D-885C-270FA1BBE6DC}" dt="2026-07-18T00:31:35.407" v="703" actId="947"/>
          <ac:spMkLst>
            <pc:docMk/>
            <pc:sldMk cId="911750437" sldId="270"/>
            <ac:spMk id="10" creationId="{8DC5CFA3-211C-BF39-0E1B-5C18BECFDAC9}"/>
          </ac:spMkLst>
        </pc:spChg>
        <pc:spChg chg="add mod">
          <ac:chgData name="Hon Yen Yang" userId="b6b8e205c13bf701" providerId="LiveId" clId="{4F5E12EF-4D7A-464D-885C-270FA1BBE6DC}" dt="2026-07-18T00:31:35.407" v="706"/>
          <ac:spMkLst>
            <pc:docMk/>
            <pc:sldMk cId="911750437" sldId="270"/>
            <ac:spMk id="11" creationId="{EF906ABC-F9E3-CCE7-D2D5-0EC26D2FFF07}"/>
          </ac:spMkLst>
        </pc:spChg>
        <pc:spChg chg="add mod">
          <ac:chgData name="Hon Yen Yang" userId="b6b8e205c13bf701" providerId="LiveId" clId="{4F5E12EF-4D7A-464D-885C-270FA1BBE6DC}" dt="2026-07-18T00:31:35.423" v="718" actId="948"/>
          <ac:spMkLst>
            <pc:docMk/>
            <pc:sldMk cId="911750437" sldId="270"/>
            <ac:spMk id="12" creationId="{DDDB7F7D-8B98-89BB-0087-FDF155B2250C}"/>
          </ac:spMkLst>
        </pc:spChg>
        <pc:spChg chg="add mod">
          <ac:chgData name="Hon Yen Yang" userId="b6b8e205c13bf701" providerId="LiveId" clId="{4F5E12EF-4D7A-464D-885C-270FA1BBE6DC}" dt="2026-07-18T00:31:35.439" v="729" actId="947"/>
          <ac:spMkLst>
            <pc:docMk/>
            <pc:sldMk cId="911750437" sldId="270"/>
            <ac:spMk id="13" creationId="{2734D499-1634-35AE-A425-B60D9BB38F31}"/>
          </ac:spMkLst>
        </pc:spChg>
        <pc:spChg chg="add mod">
          <ac:chgData name="Hon Yen Yang" userId="b6b8e205c13bf701" providerId="LiveId" clId="{4F5E12EF-4D7A-464D-885C-270FA1BBE6DC}" dt="2026-07-18T00:31:35.455" v="740" actId="947"/>
          <ac:spMkLst>
            <pc:docMk/>
            <pc:sldMk cId="911750437" sldId="270"/>
            <ac:spMk id="14" creationId="{418EEF3E-785A-C33F-7440-4C9C71F04062}"/>
          </ac:spMkLst>
        </pc:spChg>
        <pc:spChg chg="add mod">
          <ac:chgData name="Hon Yen Yang" userId="b6b8e205c13bf701" providerId="LiveId" clId="{4F5E12EF-4D7A-464D-885C-270FA1BBE6DC}" dt="2026-07-18T00:31:35.471" v="751" actId="947"/>
          <ac:spMkLst>
            <pc:docMk/>
            <pc:sldMk cId="911750437" sldId="270"/>
            <ac:spMk id="15" creationId="{94D01500-006B-66B5-8DE5-6591AF259FB7}"/>
          </ac:spMkLst>
        </pc:spChg>
        <pc:spChg chg="add mod">
          <ac:chgData name="Hon Yen Yang" userId="b6b8e205c13bf701" providerId="LiveId" clId="{4F5E12EF-4D7A-464D-885C-270FA1BBE6DC}" dt="2026-07-18T00:31:35.503" v="762" actId="947"/>
          <ac:spMkLst>
            <pc:docMk/>
            <pc:sldMk cId="911750437" sldId="270"/>
            <ac:spMk id="16" creationId="{589BD876-3A92-3B0D-57C6-35853B766533}"/>
          </ac:spMkLst>
        </pc:spChg>
        <pc:spChg chg="add mod">
          <ac:chgData name="Hon Yen Yang" userId="b6b8e205c13bf701" providerId="LiveId" clId="{4F5E12EF-4D7A-464D-885C-270FA1BBE6DC}" dt="2026-07-18T00:31:35.506" v="765"/>
          <ac:spMkLst>
            <pc:docMk/>
            <pc:sldMk cId="911750437" sldId="270"/>
            <ac:spMk id="17" creationId="{7C689BFA-5619-F905-308C-7AC4D3D3A7EA}"/>
          </ac:spMkLst>
        </pc:spChg>
        <pc:spChg chg="add mod">
          <ac:chgData name="Hon Yen Yang" userId="b6b8e205c13bf701" providerId="LiveId" clId="{4F5E12EF-4D7A-464D-885C-270FA1BBE6DC}" dt="2026-07-18T00:31:35.523" v="776" actId="947"/>
          <ac:spMkLst>
            <pc:docMk/>
            <pc:sldMk cId="911750437" sldId="270"/>
            <ac:spMk id="18" creationId="{029BE797-F836-E349-300E-9073B186E5C1}"/>
          </ac:spMkLst>
        </pc:spChg>
        <pc:spChg chg="add mod">
          <ac:chgData name="Hon Yen Yang" userId="b6b8e205c13bf701" providerId="LiveId" clId="{4F5E12EF-4D7A-464D-885C-270FA1BBE6DC}" dt="2026-07-18T00:31:35.536" v="787" actId="947"/>
          <ac:spMkLst>
            <pc:docMk/>
            <pc:sldMk cId="911750437" sldId="270"/>
            <ac:spMk id="19" creationId="{9D2FEB91-13E5-B04A-9646-C6BA30085653}"/>
          </ac:spMkLst>
        </pc:spChg>
        <pc:spChg chg="add mod">
          <ac:chgData name="Hon Yen Yang" userId="b6b8e205c13bf701" providerId="LiveId" clId="{4F5E12EF-4D7A-464D-885C-270FA1BBE6DC}" dt="2026-07-18T00:31:35.568" v="798" actId="947"/>
          <ac:spMkLst>
            <pc:docMk/>
            <pc:sldMk cId="911750437" sldId="270"/>
            <ac:spMk id="20" creationId="{674C30B4-F9C6-4CC7-2EFC-BB1BA877445A}"/>
          </ac:spMkLst>
        </pc:spChg>
        <pc:spChg chg="add mod">
          <ac:chgData name="Hon Yen Yang" userId="b6b8e205c13bf701" providerId="LiveId" clId="{4F5E12EF-4D7A-464D-885C-270FA1BBE6DC}" dt="2026-07-18T00:31:35.568" v="801"/>
          <ac:spMkLst>
            <pc:docMk/>
            <pc:sldMk cId="911750437" sldId="270"/>
            <ac:spMk id="21" creationId="{66C45351-E909-7C28-6286-300E5BAAB3CF}"/>
          </ac:spMkLst>
        </pc:spChg>
        <pc:spChg chg="add mod">
          <ac:chgData name="Hon Yen Yang" userId="b6b8e205c13bf701" providerId="LiveId" clId="{4F5E12EF-4D7A-464D-885C-270FA1BBE6DC}" dt="2026-07-18T00:31:35.680" v="813" actId="948"/>
          <ac:spMkLst>
            <pc:docMk/>
            <pc:sldMk cId="911750437" sldId="270"/>
            <ac:spMk id="22" creationId="{84CF3B50-F324-CD9D-4CFD-5411431B2685}"/>
          </ac:spMkLst>
        </pc:spChg>
        <pc:spChg chg="add mod">
          <ac:chgData name="Hon Yen Yang" userId="b6b8e205c13bf701" providerId="LiveId" clId="{4F5E12EF-4D7A-464D-885C-270FA1BBE6DC}" dt="2026-07-18T00:31:35.694" v="816"/>
          <ac:spMkLst>
            <pc:docMk/>
            <pc:sldMk cId="911750437" sldId="270"/>
            <ac:spMk id="23" creationId="{01283BAA-B75A-AB66-BF92-5816ED4A3973}"/>
          </ac:spMkLst>
        </pc:spChg>
        <pc:spChg chg="add mod">
          <ac:chgData name="Hon Yen Yang" userId="b6b8e205c13bf701" providerId="LiveId" clId="{4F5E12EF-4D7A-464D-885C-270FA1BBE6DC}" dt="2026-07-18T00:31:35.718" v="828" actId="948"/>
          <ac:spMkLst>
            <pc:docMk/>
            <pc:sldMk cId="911750437" sldId="270"/>
            <ac:spMk id="24" creationId="{F44E98DB-0546-0BE0-787B-4795456AF261}"/>
          </ac:spMkLst>
        </pc:spChg>
        <pc:spChg chg="add mod">
          <ac:chgData name="Hon Yen Yang" userId="b6b8e205c13bf701" providerId="LiveId" clId="{4F5E12EF-4D7A-464D-885C-270FA1BBE6DC}" dt="2026-07-18T00:31:35.725" v="839" actId="947"/>
          <ac:spMkLst>
            <pc:docMk/>
            <pc:sldMk cId="911750437" sldId="270"/>
            <ac:spMk id="25" creationId="{B0B91616-0D74-7316-FC7F-299C77E51FC5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5:55.214" v="2106" actId="2696"/>
        <pc:sldMkLst>
          <pc:docMk/>
          <pc:sldMk cId="4113718839" sldId="270"/>
        </pc:sldMkLst>
        <pc:spChg chg="add mod">
          <ac:chgData name="Hon Yen Yang" userId="b6b8e205c13bf701" providerId="LiveId" clId="{4F5E12EF-4D7A-464D-885C-270FA1BBE6DC}" dt="2026-07-18T00:34:40.642" v="1693"/>
          <ac:spMkLst>
            <pc:docMk/>
            <pc:sldMk cId="4113718839" sldId="270"/>
            <ac:spMk id="2" creationId="{DD7A07FA-0E26-B9A9-B910-E397A14389D6}"/>
          </ac:spMkLst>
        </pc:spChg>
        <pc:spChg chg="add mod">
          <ac:chgData name="Hon Yen Yang" userId="b6b8e205c13bf701" providerId="LiveId" clId="{4F5E12EF-4D7A-464D-885C-270FA1BBE6DC}" dt="2026-07-18T00:34:40.658" v="1705" actId="948"/>
          <ac:spMkLst>
            <pc:docMk/>
            <pc:sldMk cId="4113718839" sldId="270"/>
            <ac:spMk id="3" creationId="{4145D7D6-AFCE-D1BD-097D-E6EDA50EE7EA}"/>
          </ac:spMkLst>
        </pc:spChg>
        <pc:spChg chg="add mod">
          <ac:chgData name="Hon Yen Yang" userId="b6b8e205c13bf701" providerId="LiveId" clId="{4F5E12EF-4D7A-464D-885C-270FA1BBE6DC}" dt="2026-07-18T00:34:40.689" v="1716" actId="947"/>
          <ac:spMkLst>
            <pc:docMk/>
            <pc:sldMk cId="4113718839" sldId="270"/>
            <ac:spMk id="4" creationId="{22961AF5-AFDE-36CF-E932-3DF8628C6C8D}"/>
          </ac:spMkLst>
        </pc:spChg>
        <pc:spChg chg="add mod">
          <ac:chgData name="Hon Yen Yang" userId="b6b8e205c13bf701" providerId="LiveId" clId="{4F5E12EF-4D7A-464D-885C-270FA1BBE6DC}" dt="2026-07-18T00:34:40.705" v="1727" actId="947"/>
          <ac:spMkLst>
            <pc:docMk/>
            <pc:sldMk cId="4113718839" sldId="270"/>
            <ac:spMk id="5" creationId="{D1BC3778-EB29-F494-003E-DCEF446FBD49}"/>
          </ac:spMkLst>
        </pc:spChg>
        <pc:spChg chg="add mod">
          <ac:chgData name="Hon Yen Yang" userId="b6b8e205c13bf701" providerId="LiveId" clId="{4F5E12EF-4D7A-464D-885C-270FA1BBE6DC}" dt="2026-07-18T00:34:40.705" v="1730"/>
          <ac:spMkLst>
            <pc:docMk/>
            <pc:sldMk cId="4113718839" sldId="270"/>
            <ac:spMk id="6" creationId="{5A1BE55B-D229-BD8C-CB1C-C2C2217EBD44}"/>
          </ac:spMkLst>
        </pc:spChg>
        <pc:spChg chg="add mod">
          <ac:chgData name="Hon Yen Yang" userId="b6b8e205c13bf701" providerId="LiveId" clId="{4F5E12EF-4D7A-464D-885C-270FA1BBE6DC}" dt="2026-07-18T00:34:40.720" v="1741" actId="947"/>
          <ac:spMkLst>
            <pc:docMk/>
            <pc:sldMk cId="4113718839" sldId="270"/>
            <ac:spMk id="7" creationId="{05599C5E-BEB5-A9BD-DC65-BD7D218EB692}"/>
          </ac:spMkLst>
        </pc:spChg>
        <pc:spChg chg="add mod">
          <ac:chgData name="Hon Yen Yang" userId="b6b8e205c13bf701" providerId="LiveId" clId="{4F5E12EF-4D7A-464D-885C-270FA1BBE6DC}" dt="2026-07-18T00:34:40.736" v="1744"/>
          <ac:spMkLst>
            <pc:docMk/>
            <pc:sldMk cId="4113718839" sldId="270"/>
            <ac:spMk id="8" creationId="{A4C327DD-13A6-6C04-9C92-3631A43F0C5B}"/>
          </ac:spMkLst>
        </pc:spChg>
        <pc:spChg chg="add mod">
          <ac:chgData name="Hon Yen Yang" userId="b6b8e205c13bf701" providerId="LiveId" clId="{4F5E12EF-4D7A-464D-885C-270FA1BBE6DC}" dt="2026-07-18T00:34:40.736" v="1747"/>
          <ac:spMkLst>
            <pc:docMk/>
            <pc:sldMk cId="4113718839" sldId="270"/>
            <ac:spMk id="9" creationId="{672BF00F-79D0-5C4C-C073-541E12DA7ADE}"/>
          </ac:spMkLst>
        </pc:spChg>
        <pc:spChg chg="add mod">
          <ac:chgData name="Hon Yen Yang" userId="b6b8e205c13bf701" providerId="LiveId" clId="{4F5E12EF-4D7A-464D-885C-270FA1BBE6DC}" dt="2026-07-18T00:34:40.752" v="1758" actId="947"/>
          <ac:spMkLst>
            <pc:docMk/>
            <pc:sldMk cId="4113718839" sldId="270"/>
            <ac:spMk id="10" creationId="{50AC4EE5-314F-3B03-16C7-AD6F3BB96640}"/>
          </ac:spMkLst>
        </pc:spChg>
        <pc:spChg chg="add mod">
          <ac:chgData name="Hon Yen Yang" userId="b6b8e205c13bf701" providerId="LiveId" clId="{4F5E12EF-4D7A-464D-885C-270FA1BBE6DC}" dt="2026-07-18T00:34:40.752" v="1761"/>
          <ac:spMkLst>
            <pc:docMk/>
            <pc:sldMk cId="4113718839" sldId="270"/>
            <ac:spMk id="11" creationId="{2937C515-8062-976C-C328-0CAAF1D7D894}"/>
          </ac:spMkLst>
        </pc:spChg>
        <pc:spChg chg="add mod">
          <ac:chgData name="Hon Yen Yang" userId="b6b8e205c13bf701" providerId="LiveId" clId="{4F5E12EF-4D7A-464D-885C-270FA1BBE6DC}" dt="2026-07-18T00:34:40.784" v="1773" actId="948"/>
          <ac:spMkLst>
            <pc:docMk/>
            <pc:sldMk cId="4113718839" sldId="270"/>
            <ac:spMk id="12" creationId="{5C805393-D48C-A112-0A05-CA3E4A0500E8}"/>
          </ac:spMkLst>
        </pc:spChg>
        <pc:spChg chg="add mod">
          <ac:chgData name="Hon Yen Yang" userId="b6b8e205c13bf701" providerId="LiveId" clId="{4F5E12EF-4D7A-464D-885C-270FA1BBE6DC}" dt="2026-07-18T00:34:40.805" v="1784" actId="947"/>
          <ac:spMkLst>
            <pc:docMk/>
            <pc:sldMk cId="4113718839" sldId="270"/>
            <ac:spMk id="13" creationId="{4B393D90-BF74-6E3B-7D53-C51FE520AB4F}"/>
          </ac:spMkLst>
        </pc:spChg>
        <pc:spChg chg="add mod">
          <ac:chgData name="Hon Yen Yang" userId="b6b8e205c13bf701" providerId="LiveId" clId="{4F5E12EF-4D7A-464D-885C-270FA1BBE6DC}" dt="2026-07-18T00:34:40.819" v="1795" actId="947"/>
          <ac:spMkLst>
            <pc:docMk/>
            <pc:sldMk cId="4113718839" sldId="270"/>
            <ac:spMk id="14" creationId="{79796871-A15C-B61C-541F-5FE6AB8D0E29}"/>
          </ac:spMkLst>
        </pc:spChg>
        <pc:spChg chg="add mod">
          <ac:chgData name="Hon Yen Yang" userId="b6b8e205c13bf701" providerId="LiveId" clId="{4F5E12EF-4D7A-464D-885C-270FA1BBE6DC}" dt="2026-07-18T00:34:40.831" v="1806" actId="947"/>
          <ac:spMkLst>
            <pc:docMk/>
            <pc:sldMk cId="4113718839" sldId="270"/>
            <ac:spMk id="15" creationId="{273CCEAE-BBE7-9527-7A67-1D96505E9DD1}"/>
          </ac:spMkLst>
        </pc:spChg>
        <pc:spChg chg="add mod">
          <ac:chgData name="Hon Yen Yang" userId="b6b8e205c13bf701" providerId="LiveId" clId="{4F5E12EF-4D7A-464D-885C-270FA1BBE6DC}" dt="2026-07-18T00:34:40.847" v="1817" actId="947"/>
          <ac:spMkLst>
            <pc:docMk/>
            <pc:sldMk cId="4113718839" sldId="270"/>
            <ac:spMk id="16" creationId="{B6BD4C36-4507-645F-D7E9-10CA0C7F0B76}"/>
          </ac:spMkLst>
        </pc:spChg>
        <pc:spChg chg="add mod">
          <ac:chgData name="Hon Yen Yang" userId="b6b8e205c13bf701" providerId="LiveId" clId="{4F5E12EF-4D7A-464D-885C-270FA1BBE6DC}" dt="2026-07-18T00:34:40.863" v="1820"/>
          <ac:spMkLst>
            <pc:docMk/>
            <pc:sldMk cId="4113718839" sldId="270"/>
            <ac:spMk id="17" creationId="{E05EC370-2EB6-0E91-29ED-6787CAF4B636}"/>
          </ac:spMkLst>
        </pc:spChg>
        <pc:spChg chg="add mod">
          <ac:chgData name="Hon Yen Yang" userId="b6b8e205c13bf701" providerId="LiveId" clId="{4F5E12EF-4D7A-464D-885C-270FA1BBE6DC}" dt="2026-07-18T00:34:40.879" v="1831" actId="947"/>
          <ac:spMkLst>
            <pc:docMk/>
            <pc:sldMk cId="4113718839" sldId="270"/>
            <ac:spMk id="18" creationId="{7CED0297-E8FD-0256-454C-701A39B7E070}"/>
          </ac:spMkLst>
        </pc:spChg>
        <pc:spChg chg="add mod">
          <ac:chgData name="Hon Yen Yang" userId="b6b8e205c13bf701" providerId="LiveId" clId="{4F5E12EF-4D7A-464D-885C-270FA1BBE6DC}" dt="2026-07-18T00:34:40.895" v="1842" actId="947"/>
          <ac:spMkLst>
            <pc:docMk/>
            <pc:sldMk cId="4113718839" sldId="270"/>
            <ac:spMk id="19" creationId="{CB97065B-9F66-11E1-0899-0FE1D44E7917}"/>
          </ac:spMkLst>
        </pc:spChg>
        <pc:spChg chg="add mod">
          <ac:chgData name="Hon Yen Yang" userId="b6b8e205c13bf701" providerId="LiveId" clId="{4F5E12EF-4D7A-464D-885C-270FA1BBE6DC}" dt="2026-07-18T00:34:40.910" v="1853" actId="947"/>
          <ac:spMkLst>
            <pc:docMk/>
            <pc:sldMk cId="4113718839" sldId="270"/>
            <ac:spMk id="20" creationId="{3CB08D35-128D-772E-5C52-1CED28E49CE7}"/>
          </ac:spMkLst>
        </pc:spChg>
        <pc:spChg chg="add mod">
          <ac:chgData name="Hon Yen Yang" userId="b6b8e205c13bf701" providerId="LiveId" clId="{4F5E12EF-4D7A-464D-885C-270FA1BBE6DC}" dt="2026-07-18T00:34:40.910" v="1856"/>
          <ac:spMkLst>
            <pc:docMk/>
            <pc:sldMk cId="4113718839" sldId="270"/>
            <ac:spMk id="21" creationId="{9C114690-B690-0F8D-90A3-62819DBE2A72}"/>
          </ac:spMkLst>
        </pc:spChg>
        <pc:spChg chg="add mod">
          <ac:chgData name="Hon Yen Yang" userId="b6b8e205c13bf701" providerId="LiveId" clId="{4F5E12EF-4D7A-464D-885C-270FA1BBE6DC}" dt="2026-07-18T00:34:40.942" v="1868" actId="948"/>
          <ac:spMkLst>
            <pc:docMk/>
            <pc:sldMk cId="4113718839" sldId="270"/>
            <ac:spMk id="22" creationId="{67F1B04C-4A11-8D46-C54A-145779DDAF7B}"/>
          </ac:spMkLst>
        </pc:spChg>
        <pc:spChg chg="add mod">
          <ac:chgData name="Hon Yen Yang" userId="b6b8e205c13bf701" providerId="LiveId" clId="{4F5E12EF-4D7A-464D-885C-270FA1BBE6DC}" dt="2026-07-18T00:34:40.942" v="1871"/>
          <ac:spMkLst>
            <pc:docMk/>
            <pc:sldMk cId="4113718839" sldId="270"/>
            <ac:spMk id="23" creationId="{C6076A43-6550-663F-D03F-1D75CA86C61B}"/>
          </ac:spMkLst>
        </pc:spChg>
        <pc:spChg chg="add mod">
          <ac:chgData name="Hon Yen Yang" userId="b6b8e205c13bf701" providerId="LiveId" clId="{4F5E12EF-4D7A-464D-885C-270FA1BBE6DC}" dt="2026-07-18T00:34:40.958" v="1883" actId="948"/>
          <ac:spMkLst>
            <pc:docMk/>
            <pc:sldMk cId="4113718839" sldId="270"/>
            <ac:spMk id="24" creationId="{23161DC0-4755-CDCD-24D0-0B57126AC01F}"/>
          </ac:spMkLst>
        </pc:spChg>
        <pc:spChg chg="add mod">
          <ac:chgData name="Hon Yen Yang" userId="b6b8e205c13bf701" providerId="LiveId" clId="{4F5E12EF-4D7A-464D-885C-270FA1BBE6DC}" dt="2026-07-18T00:34:40.974" v="1894" actId="947"/>
          <ac:spMkLst>
            <pc:docMk/>
            <pc:sldMk cId="4113718839" sldId="270"/>
            <ac:spMk id="25" creationId="{31B2E0C3-5F8A-5745-3721-B2494102D40A}"/>
          </ac:spMkLst>
        </pc:spChg>
      </pc:sldChg>
      <pc:sldChg chg="addSp modSp add mod modTransition setBg">
        <pc:chgData name="Hon Yen Yang" userId="b6b8e205c13bf701" providerId="LiveId" clId="{4F5E12EF-4D7A-464D-885C-270FA1BBE6DC}" dt="2026-07-18T00:44:41.867" v="3366" actId="14100"/>
        <pc:sldMkLst>
          <pc:docMk/>
          <pc:sldMk cId="1616894079" sldId="271"/>
        </pc:sldMkLst>
        <pc:spChg chg="add mod">
          <ac:chgData name="Hon Yen Yang" userId="b6b8e205c13bf701" providerId="LiveId" clId="{4F5E12EF-4D7A-464D-885C-270FA1BBE6DC}" dt="2026-07-18T00:36:00.201" v="2958"/>
          <ac:spMkLst>
            <pc:docMk/>
            <pc:sldMk cId="1616894079" sldId="271"/>
            <ac:spMk id="2" creationId="{3D21A26C-6AE6-8191-112E-E7AD4D9C3D68}"/>
          </ac:spMkLst>
        </pc:spChg>
        <pc:spChg chg="add mod">
          <ac:chgData name="Hon Yen Yang" userId="b6b8e205c13bf701" providerId="LiveId" clId="{4F5E12EF-4D7A-464D-885C-270FA1BBE6DC}" dt="2026-07-18T00:36:00.227" v="2970" actId="948"/>
          <ac:spMkLst>
            <pc:docMk/>
            <pc:sldMk cId="1616894079" sldId="271"/>
            <ac:spMk id="3" creationId="{4E2EA5B4-451E-6DE6-1174-F1961ADA9382}"/>
          </ac:spMkLst>
        </pc:spChg>
        <pc:spChg chg="add mod">
          <ac:chgData name="Hon Yen Yang" userId="b6b8e205c13bf701" providerId="LiveId" clId="{4F5E12EF-4D7A-464D-885C-270FA1BBE6DC}" dt="2026-07-18T00:36:00.247" v="2981" actId="947"/>
          <ac:spMkLst>
            <pc:docMk/>
            <pc:sldMk cId="1616894079" sldId="271"/>
            <ac:spMk id="4" creationId="{81282F5F-4196-ED2E-1ECF-C30416FFE875}"/>
          </ac:spMkLst>
        </pc:spChg>
        <pc:spChg chg="add mod">
          <ac:chgData name="Hon Yen Yang" userId="b6b8e205c13bf701" providerId="LiveId" clId="{4F5E12EF-4D7A-464D-885C-270FA1BBE6DC}" dt="2026-07-18T00:36:00.271" v="2992" actId="947"/>
          <ac:spMkLst>
            <pc:docMk/>
            <pc:sldMk cId="1616894079" sldId="271"/>
            <ac:spMk id="5" creationId="{C1617E9F-4AEF-B0E6-2B08-81BE694FFD0B}"/>
          </ac:spMkLst>
        </pc:spChg>
        <pc:spChg chg="add mod">
          <ac:chgData name="Hon Yen Yang" userId="b6b8e205c13bf701" providerId="LiveId" clId="{4F5E12EF-4D7A-464D-885C-270FA1BBE6DC}" dt="2026-07-18T00:36:00.271" v="2995"/>
          <ac:spMkLst>
            <pc:docMk/>
            <pc:sldMk cId="1616894079" sldId="271"/>
            <ac:spMk id="6" creationId="{9AC0ACD4-3130-B177-70EA-D60AEB10B0A6}"/>
          </ac:spMkLst>
        </pc:spChg>
        <pc:spChg chg="add mod">
          <ac:chgData name="Hon Yen Yang" userId="b6b8e205c13bf701" providerId="LiveId" clId="{4F5E12EF-4D7A-464D-885C-270FA1BBE6DC}" dt="2026-07-18T00:36:00.296" v="3006" actId="947"/>
          <ac:spMkLst>
            <pc:docMk/>
            <pc:sldMk cId="1616894079" sldId="271"/>
            <ac:spMk id="7" creationId="{0B9F9EA1-9884-542D-0631-0D1A1DADD521}"/>
          </ac:spMkLst>
        </pc:spChg>
        <pc:spChg chg="add mod">
          <ac:chgData name="Hon Yen Yang" userId="b6b8e205c13bf701" providerId="LiveId" clId="{4F5E12EF-4D7A-464D-885C-270FA1BBE6DC}" dt="2026-07-18T00:44:41.867" v="3366" actId="14100"/>
          <ac:spMkLst>
            <pc:docMk/>
            <pc:sldMk cId="1616894079" sldId="271"/>
            <ac:spMk id="8" creationId="{AED731D2-5A19-BA9F-DB4D-4D95EC31D885}"/>
          </ac:spMkLst>
        </pc:spChg>
        <pc:spChg chg="add mod">
          <ac:chgData name="Hon Yen Yang" userId="b6b8e205c13bf701" providerId="LiveId" clId="{4F5E12EF-4D7A-464D-885C-270FA1BBE6DC}" dt="2026-07-18T00:36:00.308" v="3012"/>
          <ac:spMkLst>
            <pc:docMk/>
            <pc:sldMk cId="1616894079" sldId="271"/>
            <ac:spMk id="9" creationId="{A549F7AB-2A65-C29C-D001-04D825491622}"/>
          </ac:spMkLst>
        </pc:spChg>
        <pc:spChg chg="add mod">
          <ac:chgData name="Hon Yen Yang" userId="b6b8e205c13bf701" providerId="LiveId" clId="{4F5E12EF-4D7A-464D-885C-270FA1BBE6DC}" dt="2026-07-18T00:36:00.338" v="3023" actId="947"/>
          <ac:spMkLst>
            <pc:docMk/>
            <pc:sldMk cId="1616894079" sldId="271"/>
            <ac:spMk id="10" creationId="{2765C897-9521-51BE-4BFB-59B8DB58E0F0}"/>
          </ac:spMkLst>
        </pc:spChg>
        <pc:spChg chg="add mod">
          <ac:chgData name="Hon Yen Yang" userId="b6b8e205c13bf701" providerId="LiveId" clId="{4F5E12EF-4D7A-464D-885C-270FA1BBE6DC}" dt="2026-07-18T00:36:00.342" v="3026"/>
          <ac:spMkLst>
            <pc:docMk/>
            <pc:sldMk cId="1616894079" sldId="271"/>
            <ac:spMk id="11" creationId="{FCAB600F-CC88-955A-5769-11295248CDD6}"/>
          </ac:spMkLst>
        </pc:spChg>
        <pc:spChg chg="add mod">
          <ac:chgData name="Hon Yen Yang" userId="b6b8e205c13bf701" providerId="LiveId" clId="{4F5E12EF-4D7A-464D-885C-270FA1BBE6DC}" dt="2026-07-18T00:36:00.371" v="3038" actId="948"/>
          <ac:spMkLst>
            <pc:docMk/>
            <pc:sldMk cId="1616894079" sldId="271"/>
            <ac:spMk id="12" creationId="{0A3DE8BE-D22B-4EEF-5D15-784237503C3C}"/>
          </ac:spMkLst>
        </pc:spChg>
        <pc:spChg chg="add mod">
          <ac:chgData name="Hon Yen Yang" userId="b6b8e205c13bf701" providerId="LiveId" clId="{4F5E12EF-4D7A-464D-885C-270FA1BBE6DC}" dt="2026-07-18T00:36:00.380" v="3049" actId="947"/>
          <ac:spMkLst>
            <pc:docMk/>
            <pc:sldMk cId="1616894079" sldId="271"/>
            <ac:spMk id="13" creationId="{A87BAE2E-11A3-EACC-9908-5B82F52F6F1A}"/>
          </ac:spMkLst>
        </pc:spChg>
        <pc:spChg chg="add mod">
          <ac:chgData name="Hon Yen Yang" userId="b6b8e205c13bf701" providerId="LiveId" clId="{4F5E12EF-4D7A-464D-885C-270FA1BBE6DC}" dt="2026-07-18T00:36:00.412" v="3060" actId="947"/>
          <ac:spMkLst>
            <pc:docMk/>
            <pc:sldMk cId="1616894079" sldId="271"/>
            <ac:spMk id="14" creationId="{E49BA42B-B0A7-E216-7C14-BA51BC18165F}"/>
          </ac:spMkLst>
        </pc:spChg>
        <pc:spChg chg="add mod">
          <ac:chgData name="Hon Yen Yang" userId="b6b8e205c13bf701" providerId="LiveId" clId="{4F5E12EF-4D7A-464D-885C-270FA1BBE6DC}" dt="2026-07-18T00:36:00.427" v="3071" actId="947"/>
          <ac:spMkLst>
            <pc:docMk/>
            <pc:sldMk cId="1616894079" sldId="271"/>
            <ac:spMk id="15" creationId="{DC5D03F3-48A5-6545-B36B-D22CCDA13AF4}"/>
          </ac:spMkLst>
        </pc:spChg>
        <pc:spChg chg="add mod">
          <ac:chgData name="Hon Yen Yang" userId="b6b8e205c13bf701" providerId="LiveId" clId="{4F5E12EF-4D7A-464D-885C-270FA1BBE6DC}" dt="2026-07-18T00:36:00.459" v="3082" actId="947"/>
          <ac:spMkLst>
            <pc:docMk/>
            <pc:sldMk cId="1616894079" sldId="271"/>
            <ac:spMk id="16" creationId="{920957F0-797D-55EA-19E2-0F2DAEBEC124}"/>
          </ac:spMkLst>
        </pc:spChg>
        <pc:spChg chg="add mod">
          <ac:chgData name="Hon Yen Yang" userId="b6b8e205c13bf701" providerId="LiveId" clId="{4F5E12EF-4D7A-464D-885C-270FA1BBE6DC}" dt="2026-07-18T00:36:00.459" v="3085"/>
          <ac:spMkLst>
            <pc:docMk/>
            <pc:sldMk cId="1616894079" sldId="271"/>
            <ac:spMk id="17" creationId="{2C7860DD-6D2A-2EA0-EA36-A7C04A9EB984}"/>
          </ac:spMkLst>
        </pc:spChg>
        <pc:spChg chg="add mod">
          <ac:chgData name="Hon Yen Yang" userId="b6b8e205c13bf701" providerId="LiveId" clId="{4F5E12EF-4D7A-464D-885C-270FA1BBE6DC}" dt="2026-07-18T00:36:00.474" v="3096" actId="947"/>
          <ac:spMkLst>
            <pc:docMk/>
            <pc:sldMk cId="1616894079" sldId="271"/>
            <ac:spMk id="18" creationId="{52618E30-E87E-546E-0A8C-123F48E6E855}"/>
          </ac:spMkLst>
        </pc:spChg>
        <pc:spChg chg="add mod">
          <ac:chgData name="Hon Yen Yang" userId="b6b8e205c13bf701" providerId="LiveId" clId="{4F5E12EF-4D7A-464D-885C-270FA1BBE6DC}" dt="2026-07-18T00:36:00.490" v="3107" actId="947"/>
          <ac:spMkLst>
            <pc:docMk/>
            <pc:sldMk cId="1616894079" sldId="271"/>
            <ac:spMk id="19" creationId="{2E57ACF2-19D8-CA3B-00EF-A0436D125F60}"/>
          </ac:spMkLst>
        </pc:spChg>
        <pc:spChg chg="add mod">
          <ac:chgData name="Hon Yen Yang" userId="b6b8e205c13bf701" providerId="LiveId" clId="{4F5E12EF-4D7A-464D-885C-270FA1BBE6DC}" dt="2026-07-18T00:36:00.521" v="3118" actId="947"/>
          <ac:spMkLst>
            <pc:docMk/>
            <pc:sldMk cId="1616894079" sldId="271"/>
            <ac:spMk id="20" creationId="{B963F39B-3150-7811-B5DD-5F00BE48A682}"/>
          </ac:spMkLst>
        </pc:spChg>
        <pc:spChg chg="add mod">
          <ac:chgData name="Hon Yen Yang" userId="b6b8e205c13bf701" providerId="LiveId" clId="{4F5E12EF-4D7A-464D-885C-270FA1BBE6DC}" dt="2026-07-18T00:36:00.521" v="3121"/>
          <ac:spMkLst>
            <pc:docMk/>
            <pc:sldMk cId="1616894079" sldId="271"/>
            <ac:spMk id="21" creationId="{F956D166-FAC7-0F85-CB21-1A666ADBFD9A}"/>
          </ac:spMkLst>
        </pc:spChg>
        <pc:spChg chg="add mod">
          <ac:chgData name="Hon Yen Yang" userId="b6b8e205c13bf701" providerId="LiveId" clId="{4F5E12EF-4D7A-464D-885C-270FA1BBE6DC}" dt="2026-07-18T00:36:00.538" v="3133" actId="948"/>
          <ac:spMkLst>
            <pc:docMk/>
            <pc:sldMk cId="1616894079" sldId="271"/>
            <ac:spMk id="22" creationId="{3A15A564-03BD-81FD-4056-E84DE34B9C74}"/>
          </ac:spMkLst>
        </pc:spChg>
        <pc:spChg chg="add mod">
          <ac:chgData name="Hon Yen Yang" userId="b6b8e205c13bf701" providerId="LiveId" clId="{4F5E12EF-4D7A-464D-885C-270FA1BBE6DC}" dt="2026-07-18T00:36:00.553" v="3136"/>
          <ac:spMkLst>
            <pc:docMk/>
            <pc:sldMk cId="1616894079" sldId="271"/>
            <ac:spMk id="23" creationId="{E3225A6E-B031-E09E-0E21-C49202F93BC8}"/>
          </ac:spMkLst>
        </pc:spChg>
        <pc:spChg chg="add mod">
          <ac:chgData name="Hon Yen Yang" userId="b6b8e205c13bf701" providerId="LiveId" clId="{4F5E12EF-4D7A-464D-885C-270FA1BBE6DC}" dt="2026-07-18T00:36:00.568" v="3148" actId="948"/>
          <ac:spMkLst>
            <pc:docMk/>
            <pc:sldMk cId="1616894079" sldId="271"/>
            <ac:spMk id="24" creationId="{88B9CD44-E288-5B9D-C67A-24EA7A045400}"/>
          </ac:spMkLst>
        </pc:spChg>
        <pc:spChg chg="add mod">
          <ac:chgData name="Hon Yen Yang" userId="b6b8e205c13bf701" providerId="LiveId" clId="{4F5E12EF-4D7A-464D-885C-270FA1BBE6DC}" dt="2026-07-18T00:36:00.584" v="3159" actId="947"/>
          <ac:spMkLst>
            <pc:docMk/>
            <pc:sldMk cId="1616894079" sldId="271"/>
            <ac:spMk id="25" creationId="{56B05B88-1086-A6E2-2005-1C61D300C122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5:55.206" v="2105" actId="2696"/>
        <pc:sldMkLst>
          <pc:docMk/>
          <pc:sldMk cId="2388665744" sldId="271"/>
        </pc:sldMkLst>
        <pc:spChg chg="add mod">
          <ac:chgData name="Hon Yen Yang" userId="b6b8e205c13bf701" providerId="LiveId" clId="{4F5E12EF-4D7A-464D-885C-270FA1BBE6DC}" dt="2026-07-18T00:34:40.989" v="1903"/>
          <ac:spMkLst>
            <pc:docMk/>
            <pc:sldMk cId="2388665744" sldId="271"/>
            <ac:spMk id="2" creationId="{80061C69-6AAD-91A3-E8CA-585E4D8FC08F}"/>
          </ac:spMkLst>
        </pc:spChg>
        <pc:spChg chg="add mod">
          <ac:chgData name="Hon Yen Yang" userId="b6b8e205c13bf701" providerId="LiveId" clId="{4F5E12EF-4D7A-464D-885C-270FA1BBE6DC}" dt="2026-07-18T00:34:41.005" v="1915" actId="948"/>
          <ac:spMkLst>
            <pc:docMk/>
            <pc:sldMk cId="2388665744" sldId="271"/>
            <ac:spMk id="3" creationId="{4D34B956-4B33-20FB-A4B0-BCABCB7F6702}"/>
          </ac:spMkLst>
        </pc:spChg>
        <pc:spChg chg="add mod">
          <ac:chgData name="Hon Yen Yang" userId="b6b8e205c13bf701" providerId="LiveId" clId="{4F5E12EF-4D7A-464D-885C-270FA1BBE6DC}" dt="2026-07-18T00:34:41.037" v="1926" actId="947"/>
          <ac:spMkLst>
            <pc:docMk/>
            <pc:sldMk cId="2388665744" sldId="271"/>
            <ac:spMk id="4" creationId="{15FD30E6-9BE0-84AB-6650-6F60C72BD6D6}"/>
          </ac:spMkLst>
        </pc:spChg>
        <pc:spChg chg="add mod">
          <ac:chgData name="Hon Yen Yang" userId="b6b8e205c13bf701" providerId="LiveId" clId="{4F5E12EF-4D7A-464D-885C-270FA1BBE6DC}" dt="2026-07-18T00:34:41.053" v="1937" actId="947"/>
          <ac:spMkLst>
            <pc:docMk/>
            <pc:sldMk cId="2388665744" sldId="271"/>
            <ac:spMk id="5" creationId="{4B41A6E2-0509-3EAB-9497-EC65F012C8BC}"/>
          </ac:spMkLst>
        </pc:spChg>
        <pc:spChg chg="add mod">
          <ac:chgData name="Hon Yen Yang" userId="b6b8e205c13bf701" providerId="LiveId" clId="{4F5E12EF-4D7A-464D-885C-270FA1BBE6DC}" dt="2026-07-18T00:34:41.086" v="1940"/>
          <ac:spMkLst>
            <pc:docMk/>
            <pc:sldMk cId="2388665744" sldId="271"/>
            <ac:spMk id="6" creationId="{0F84C6E2-70C2-AD6D-1DD0-137CEC398D56}"/>
          </ac:spMkLst>
        </pc:spChg>
        <pc:spChg chg="add mod">
          <ac:chgData name="Hon Yen Yang" userId="b6b8e205c13bf701" providerId="LiveId" clId="{4F5E12EF-4D7A-464D-885C-270FA1BBE6DC}" dt="2026-07-18T00:34:41.117" v="1951" actId="947"/>
          <ac:spMkLst>
            <pc:docMk/>
            <pc:sldMk cId="2388665744" sldId="271"/>
            <ac:spMk id="7" creationId="{2D4544C6-22A1-D572-E303-F93EDB6C5AEA}"/>
          </ac:spMkLst>
        </pc:spChg>
        <pc:spChg chg="add mod">
          <ac:chgData name="Hon Yen Yang" userId="b6b8e205c13bf701" providerId="LiveId" clId="{4F5E12EF-4D7A-464D-885C-270FA1BBE6DC}" dt="2026-07-18T00:34:41.117" v="1954"/>
          <ac:spMkLst>
            <pc:docMk/>
            <pc:sldMk cId="2388665744" sldId="271"/>
            <ac:spMk id="8" creationId="{4C55E3F1-0BEE-EA54-D6CB-A2E4AF0A0309}"/>
          </ac:spMkLst>
        </pc:spChg>
        <pc:spChg chg="add mod">
          <ac:chgData name="Hon Yen Yang" userId="b6b8e205c13bf701" providerId="LiveId" clId="{4F5E12EF-4D7A-464D-885C-270FA1BBE6DC}" dt="2026-07-18T00:34:41.149" v="1957"/>
          <ac:spMkLst>
            <pc:docMk/>
            <pc:sldMk cId="2388665744" sldId="271"/>
            <ac:spMk id="9" creationId="{1CEFCCA8-5A14-5605-7A4C-910F51319575}"/>
          </ac:spMkLst>
        </pc:spChg>
        <pc:spChg chg="add mod">
          <ac:chgData name="Hon Yen Yang" userId="b6b8e205c13bf701" providerId="LiveId" clId="{4F5E12EF-4D7A-464D-885C-270FA1BBE6DC}" dt="2026-07-18T00:34:41.182" v="1968" actId="947"/>
          <ac:spMkLst>
            <pc:docMk/>
            <pc:sldMk cId="2388665744" sldId="271"/>
            <ac:spMk id="10" creationId="{8367FF42-4E2F-DD37-21A5-91EA3BC7D7EE}"/>
          </ac:spMkLst>
        </pc:spChg>
        <pc:spChg chg="add mod">
          <ac:chgData name="Hon Yen Yang" userId="b6b8e205c13bf701" providerId="LiveId" clId="{4F5E12EF-4D7A-464D-885C-270FA1BBE6DC}" dt="2026-07-18T00:34:41.197" v="1971"/>
          <ac:spMkLst>
            <pc:docMk/>
            <pc:sldMk cId="2388665744" sldId="271"/>
            <ac:spMk id="11" creationId="{45DF1F2B-4782-2A18-3421-343630BCBE90}"/>
          </ac:spMkLst>
        </pc:spChg>
        <pc:spChg chg="add mod">
          <ac:chgData name="Hon Yen Yang" userId="b6b8e205c13bf701" providerId="LiveId" clId="{4F5E12EF-4D7A-464D-885C-270FA1BBE6DC}" dt="2026-07-18T00:34:41.218" v="1983" actId="948"/>
          <ac:spMkLst>
            <pc:docMk/>
            <pc:sldMk cId="2388665744" sldId="271"/>
            <ac:spMk id="12" creationId="{0CD0A0BD-4AAC-3596-0E2F-2D18EE6FC222}"/>
          </ac:spMkLst>
        </pc:spChg>
        <pc:spChg chg="add mod">
          <ac:chgData name="Hon Yen Yang" userId="b6b8e205c13bf701" providerId="LiveId" clId="{4F5E12EF-4D7A-464D-885C-270FA1BBE6DC}" dt="2026-07-18T00:34:41.235" v="1994" actId="947"/>
          <ac:spMkLst>
            <pc:docMk/>
            <pc:sldMk cId="2388665744" sldId="271"/>
            <ac:spMk id="13" creationId="{DBEA740D-E41E-778F-872B-8939B7AC872A}"/>
          </ac:spMkLst>
        </pc:spChg>
        <pc:spChg chg="add mod">
          <ac:chgData name="Hon Yen Yang" userId="b6b8e205c13bf701" providerId="LiveId" clId="{4F5E12EF-4D7A-464D-885C-270FA1BBE6DC}" dt="2026-07-18T00:34:41.250" v="2005" actId="947"/>
          <ac:spMkLst>
            <pc:docMk/>
            <pc:sldMk cId="2388665744" sldId="271"/>
            <ac:spMk id="14" creationId="{DCCAB5F0-C2D8-F068-3920-668F020D3B9E}"/>
          </ac:spMkLst>
        </pc:spChg>
        <pc:spChg chg="add mod">
          <ac:chgData name="Hon Yen Yang" userId="b6b8e205c13bf701" providerId="LiveId" clId="{4F5E12EF-4D7A-464D-885C-270FA1BBE6DC}" dt="2026-07-18T00:34:41.282" v="2016" actId="947"/>
          <ac:spMkLst>
            <pc:docMk/>
            <pc:sldMk cId="2388665744" sldId="271"/>
            <ac:spMk id="15" creationId="{B68546E0-D5E9-9C22-E49F-1DCF5CE5C548}"/>
          </ac:spMkLst>
        </pc:spChg>
        <pc:spChg chg="add mod">
          <ac:chgData name="Hon Yen Yang" userId="b6b8e205c13bf701" providerId="LiveId" clId="{4F5E12EF-4D7A-464D-885C-270FA1BBE6DC}" dt="2026-07-18T00:34:41.298" v="2027" actId="947"/>
          <ac:spMkLst>
            <pc:docMk/>
            <pc:sldMk cId="2388665744" sldId="271"/>
            <ac:spMk id="16" creationId="{0354B729-606C-7CC8-D042-56D7BBFB5944}"/>
          </ac:spMkLst>
        </pc:spChg>
        <pc:spChg chg="add mod">
          <ac:chgData name="Hon Yen Yang" userId="b6b8e205c13bf701" providerId="LiveId" clId="{4F5E12EF-4D7A-464D-885C-270FA1BBE6DC}" dt="2026-07-18T00:34:41.307" v="2030"/>
          <ac:spMkLst>
            <pc:docMk/>
            <pc:sldMk cId="2388665744" sldId="271"/>
            <ac:spMk id="17" creationId="{365F01F9-26EC-3E8B-4EA2-266E5FB709D9}"/>
          </ac:spMkLst>
        </pc:spChg>
        <pc:spChg chg="add mod">
          <ac:chgData name="Hon Yen Yang" userId="b6b8e205c13bf701" providerId="LiveId" clId="{4F5E12EF-4D7A-464D-885C-270FA1BBE6DC}" dt="2026-07-18T00:34:41.328" v="2041" actId="947"/>
          <ac:spMkLst>
            <pc:docMk/>
            <pc:sldMk cId="2388665744" sldId="271"/>
            <ac:spMk id="18" creationId="{8563A969-17E7-4F04-B169-14F0A13B469A}"/>
          </ac:spMkLst>
        </pc:spChg>
        <pc:spChg chg="add mod">
          <ac:chgData name="Hon Yen Yang" userId="b6b8e205c13bf701" providerId="LiveId" clId="{4F5E12EF-4D7A-464D-885C-270FA1BBE6DC}" dt="2026-07-18T00:34:41.347" v="2052" actId="947"/>
          <ac:spMkLst>
            <pc:docMk/>
            <pc:sldMk cId="2388665744" sldId="271"/>
            <ac:spMk id="19" creationId="{459C8CD5-56CE-7B0E-066C-C73B1703AD93}"/>
          </ac:spMkLst>
        </pc:spChg>
        <pc:spChg chg="add mod">
          <ac:chgData name="Hon Yen Yang" userId="b6b8e205c13bf701" providerId="LiveId" clId="{4F5E12EF-4D7A-464D-885C-270FA1BBE6DC}" dt="2026-07-18T00:34:41.363" v="2063" actId="947"/>
          <ac:spMkLst>
            <pc:docMk/>
            <pc:sldMk cId="2388665744" sldId="271"/>
            <ac:spMk id="20" creationId="{6B10824E-CB01-E388-3C8B-3E11E21D82A0}"/>
          </ac:spMkLst>
        </pc:spChg>
        <pc:spChg chg="add mod">
          <ac:chgData name="Hon Yen Yang" userId="b6b8e205c13bf701" providerId="LiveId" clId="{4F5E12EF-4D7A-464D-885C-270FA1BBE6DC}" dt="2026-07-18T00:34:41.363" v="2066"/>
          <ac:spMkLst>
            <pc:docMk/>
            <pc:sldMk cId="2388665744" sldId="271"/>
            <ac:spMk id="21" creationId="{86A6C33C-9155-EF08-0FBD-B0EC395F2596}"/>
          </ac:spMkLst>
        </pc:spChg>
        <pc:spChg chg="add mod">
          <ac:chgData name="Hon Yen Yang" userId="b6b8e205c13bf701" providerId="LiveId" clId="{4F5E12EF-4D7A-464D-885C-270FA1BBE6DC}" dt="2026-07-18T00:34:41.379" v="2078" actId="948"/>
          <ac:spMkLst>
            <pc:docMk/>
            <pc:sldMk cId="2388665744" sldId="271"/>
            <ac:spMk id="22" creationId="{868B6541-C0C9-0FE0-6DBC-3B829CEACBC6}"/>
          </ac:spMkLst>
        </pc:spChg>
        <pc:spChg chg="add mod">
          <ac:chgData name="Hon Yen Yang" userId="b6b8e205c13bf701" providerId="LiveId" clId="{4F5E12EF-4D7A-464D-885C-270FA1BBE6DC}" dt="2026-07-18T00:34:41.396" v="2081"/>
          <ac:spMkLst>
            <pc:docMk/>
            <pc:sldMk cId="2388665744" sldId="271"/>
            <ac:spMk id="23" creationId="{F51A53ED-9660-945C-BF4A-EFF2E1EEDDE0}"/>
          </ac:spMkLst>
        </pc:spChg>
        <pc:spChg chg="add mod">
          <ac:chgData name="Hon Yen Yang" userId="b6b8e205c13bf701" providerId="LiveId" clId="{4F5E12EF-4D7A-464D-885C-270FA1BBE6DC}" dt="2026-07-18T00:34:41.441" v="2093" actId="948"/>
          <ac:spMkLst>
            <pc:docMk/>
            <pc:sldMk cId="2388665744" sldId="271"/>
            <ac:spMk id="24" creationId="{89752E56-7A50-770F-E51D-4CF1630F341C}"/>
          </ac:spMkLst>
        </pc:spChg>
        <pc:spChg chg="add mod">
          <ac:chgData name="Hon Yen Yang" userId="b6b8e205c13bf701" providerId="LiveId" clId="{4F5E12EF-4D7A-464D-885C-270FA1BBE6DC}" dt="2026-07-18T00:34:41.481" v="2104" actId="947"/>
          <ac:spMkLst>
            <pc:docMk/>
            <pc:sldMk cId="2388665744" sldId="271"/>
            <ac:spMk id="25" creationId="{ED52C2AA-F49D-02BB-DBA4-BDA9B79BA65C}"/>
          </ac:spMkLst>
        </pc:spChg>
      </pc:sldChg>
      <pc:sldChg chg="addSp modSp add del mod modTransition setBg">
        <pc:chgData name="Hon Yen Yang" userId="b6b8e205c13bf701" providerId="LiveId" clId="{4F5E12EF-4D7A-464D-885C-270FA1BBE6DC}" dt="2026-07-18T00:34:38.685" v="1050" actId="2696"/>
        <pc:sldMkLst>
          <pc:docMk/>
          <pc:sldMk cId="2821647027" sldId="271"/>
        </pc:sldMkLst>
        <pc:spChg chg="add mod">
          <ac:chgData name="Hon Yen Yang" userId="b6b8e205c13bf701" providerId="LiveId" clId="{4F5E12EF-4D7A-464D-885C-270FA1BBE6DC}" dt="2026-07-18T00:31:35.747" v="848"/>
          <ac:spMkLst>
            <pc:docMk/>
            <pc:sldMk cId="2821647027" sldId="271"/>
            <ac:spMk id="2" creationId="{8B6DA744-E7C7-16CC-D9CF-473A4EA8B833}"/>
          </ac:spMkLst>
        </pc:spChg>
        <pc:spChg chg="add mod">
          <ac:chgData name="Hon Yen Yang" userId="b6b8e205c13bf701" providerId="LiveId" clId="{4F5E12EF-4D7A-464D-885C-270FA1BBE6DC}" dt="2026-07-18T00:31:35.821" v="860" actId="948"/>
          <ac:spMkLst>
            <pc:docMk/>
            <pc:sldMk cId="2821647027" sldId="271"/>
            <ac:spMk id="3" creationId="{E79B155E-EE14-990F-C863-ED694A6419DB}"/>
          </ac:spMkLst>
        </pc:spChg>
        <pc:spChg chg="add mod">
          <ac:chgData name="Hon Yen Yang" userId="b6b8e205c13bf701" providerId="LiveId" clId="{4F5E12EF-4D7A-464D-885C-270FA1BBE6DC}" dt="2026-07-18T00:31:35.839" v="871" actId="947"/>
          <ac:spMkLst>
            <pc:docMk/>
            <pc:sldMk cId="2821647027" sldId="271"/>
            <ac:spMk id="4" creationId="{0E79843B-A80E-9502-E6C6-E2F57E4A632D}"/>
          </ac:spMkLst>
        </pc:spChg>
        <pc:spChg chg="add mod">
          <ac:chgData name="Hon Yen Yang" userId="b6b8e205c13bf701" providerId="LiveId" clId="{4F5E12EF-4D7A-464D-885C-270FA1BBE6DC}" dt="2026-07-18T00:31:35.859" v="882" actId="947"/>
          <ac:spMkLst>
            <pc:docMk/>
            <pc:sldMk cId="2821647027" sldId="271"/>
            <ac:spMk id="5" creationId="{0417A0EA-C86B-027F-CF28-2DDE71740040}"/>
          </ac:spMkLst>
        </pc:spChg>
        <pc:spChg chg="add mod">
          <ac:chgData name="Hon Yen Yang" userId="b6b8e205c13bf701" providerId="LiveId" clId="{4F5E12EF-4D7A-464D-885C-270FA1BBE6DC}" dt="2026-07-18T00:31:35.868" v="885"/>
          <ac:spMkLst>
            <pc:docMk/>
            <pc:sldMk cId="2821647027" sldId="271"/>
            <ac:spMk id="6" creationId="{02B24965-BAF7-D3F0-063A-DAC23A10ACC6}"/>
          </ac:spMkLst>
        </pc:spChg>
        <pc:spChg chg="add mod">
          <ac:chgData name="Hon Yen Yang" userId="b6b8e205c13bf701" providerId="LiveId" clId="{4F5E12EF-4D7A-464D-885C-270FA1BBE6DC}" dt="2026-07-18T00:31:35.884" v="896" actId="947"/>
          <ac:spMkLst>
            <pc:docMk/>
            <pc:sldMk cId="2821647027" sldId="271"/>
            <ac:spMk id="7" creationId="{03CBCC08-D9F6-6B8D-8862-1A918707FB20}"/>
          </ac:spMkLst>
        </pc:spChg>
        <pc:spChg chg="add mod">
          <ac:chgData name="Hon Yen Yang" userId="b6b8e205c13bf701" providerId="LiveId" clId="{4F5E12EF-4D7A-464D-885C-270FA1BBE6DC}" dt="2026-07-18T00:31:35.893" v="899"/>
          <ac:spMkLst>
            <pc:docMk/>
            <pc:sldMk cId="2821647027" sldId="271"/>
            <ac:spMk id="8" creationId="{5C456A25-B8C7-1361-03C7-CEBB2DC0FA0C}"/>
          </ac:spMkLst>
        </pc:spChg>
        <pc:spChg chg="add mod">
          <ac:chgData name="Hon Yen Yang" userId="b6b8e205c13bf701" providerId="LiveId" clId="{4F5E12EF-4D7A-464D-885C-270FA1BBE6DC}" dt="2026-07-18T00:31:35.899" v="902"/>
          <ac:spMkLst>
            <pc:docMk/>
            <pc:sldMk cId="2821647027" sldId="271"/>
            <ac:spMk id="9" creationId="{FB96E69B-3476-69EC-1708-6477B7C85BEE}"/>
          </ac:spMkLst>
        </pc:spChg>
        <pc:spChg chg="add mod">
          <ac:chgData name="Hon Yen Yang" userId="b6b8e205c13bf701" providerId="LiveId" clId="{4F5E12EF-4D7A-464D-885C-270FA1BBE6DC}" dt="2026-07-18T00:31:35.915" v="913" actId="947"/>
          <ac:spMkLst>
            <pc:docMk/>
            <pc:sldMk cId="2821647027" sldId="271"/>
            <ac:spMk id="10" creationId="{8BDDDD18-3A67-65AC-71E6-65266584E9FC}"/>
          </ac:spMkLst>
        </pc:spChg>
        <pc:spChg chg="add mod">
          <ac:chgData name="Hon Yen Yang" userId="b6b8e205c13bf701" providerId="LiveId" clId="{4F5E12EF-4D7A-464D-885C-270FA1BBE6DC}" dt="2026-07-18T00:31:35.915" v="916"/>
          <ac:spMkLst>
            <pc:docMk/>
            <pc:sldMk cId="2821647027" sldId="271"/>
            <ac:spMk id="11" creationId="{0E6FEC8E-824E-EC50-A852-CBC4926B1B4A}"/>
          </ac:spMkLst>
        </pc:spChg>
        <pc:spChg chg="add mod">
          <ac:chgData name="Hon Yen Yang" userId="b6b8e205c13bf701" providerId="LiveId" clId="{4F5E12EF-4D7A-464D-885C-270FA1BBE6DC}" dt="2026-07-18T00:31:35.947" v="928" actId="948"/>
          <ac:spMkLst>
            <pc:docMk/>
            <pc:sldMk cId="2821647027" sldId="271"/>
            <ac:spMk id="12" creationId="{39345187-817C-3610-9AF4-E8992D7F34AC}"/>
          </ac:spMkLst>
        </pc:spChg>
        <pc:spChg chg="add mod">
          <ac:chgData name="Hon Yen Yang" userId="b6b8e205c13bf701" providerId="LiveId" clId="{4F5E12EF-4D7A-464D-885C-270FA1BBE6DC}" dt="2026-07-18T00:31:35.967" v="939" actId="947"/>
          <ac:spMkLst>
            <pc:docMk/>
            <pc:sldMk cId="2821647027" sldId="271"/>
            <ac:spMk id="13" creationId="{73CE79C9-C858-7453-8911-E7A3ED053E8C}"/>
          </ac:spMkLst>
        </pc:spChg>
        <pc:spChg chg="add mod">
          <ac:chgData name="Hon Yen Yang" userId="b6b8e205c13bf701" providerId="LiveId" clId="{4F5E12EF-4D7A-464D-885C-270FA1BBE6DC}" dt="2026-07-18T00:31:36.010" v="950" actId="947"/>
          <ac:spMkLst>
            <pc:docMk/>
            <pc:sldMk cId="2821647027" sldId="271"/>
            <ac:spMk id="14" creationId="{18F5422D-8538-8D2E-6BDD-E60D6669D59F}"/>
          </ac:spMkLst>
        </pc:spChg>
        <pc:spChg chg="add mod">
          <ac:chgData name="Hon Yen Yang" userId="b6b8e205c13bf701" providerId="LiveId" clId="{4F5E12EF-4D7A-464D-885C-270FA1BBE6DC}" dt="2026-07-18T00:31:36.041" v="961" actId="947"/>
          <ac:spMkLst>
            <pc:docMk/>
            <pc:sldMk cId="2821647027" sldId="271"/>
            <ac:spMk id="15" creationId="{446F82B7-53E2-DCC4-9F53-67D255F39484}"/>
          </ac:spMkLst>
        </pc:spChg>
        <pc:spChg chg="add mod">
          <ac:chgData name="Hon Yen Yang" userId="b6b8e205c13bf701" providerId="LiveId" clId="{4F5E12EF-4D7A-464D-885C-270FA1BBE6DC}" dt="2026-07-18T00:31:36.084" v="972" actId="947"/>
          <ac:spMkLst>
            <pc:docMk/>
            <pc:sldMk cId="2821647027" sldId="271"/>
            <ac:spMk id="16" creationId="{DAAD35E5-CCB5-8036-BF02-41A88636775A}"/>
          </ac:spMkLst>
        </pc:spChg>
        <pc:spChg chg="add mod">
          <ac:chgData name="Hon Yen Yang" userId="b6b8e205c13bf701" providerId="LiveId" clId="{4F5E12EF-4D7A-464D-885C-270FA1BBE6DC}" dt="2026-07-18T00:31:36.089" v="975"/>
          <ac:spMkLst>
            <pc:docMk/>
            <pc:sldMk cId="2821647027" sldId="271"/>
            <ac:spMk id="17" creationId="{D990CCD5-B5F4-53B0-162E-1A2ABEDCE3BE}"/>
          </ac:spMkLst>
        </pc:spChg>
        <pc:spChg chg="add mod">
          <ac:chgData name="Hon Yen Yang" userId="b6b8e205c13bf701" providerId="LiveId" clId="{4F5E12EF-4D7A-464D-885C-270FA1BBE6DC}" dt="2026-07-18T00:31:36.105" v="986" actId="947"/>
          <ac:spMkLst>
            <pc:docMk/>
            <pc:sldMk cId="2821647027" sldId="271"/>
            <ac:spMk id="18" creationId="{B1482F94-5E16-5C14-3076-075A6C7D908C}"/>
          </ac:spMkLst>
        </pc:spChg>
        <pc:spChg chg="add mod">
          <ac:chgData name="Hon Yen Yang" userId="b6b8e205c13bf701" providerId="LiveId" clId="{4F5E12EF-4D7A-464D-885C-270FA1BBE6DC}" dt="2026-07-18T00:31:36.137" v="997" actId="947"/>
          <ac:spMkLst>
            <pc:docMk/>
            <pc:sldMk cId="2821647027" sldId="271"/>
            <ac:spMk id="19" creationId="{446C2D47-BA9F-BCC2-552E-8EDA628A5E38}"/>
          </ac:spMkLst>
        </pc:spChg>
        <pc:spChg chg="add mod">
          <ac:chgData name="Hon Yen Yang" userId="b6b8e205c13bf701" providerId="LiveId" clId="{4F5E12EF-4D7A-464D-885C-270FA1BBE6DC}" dt="2026-07-18T00:31:36.177" v="1008" actId="947"/>
          <ac:spMkLst>
            <pc:docMk/>
            <pc:sldMk cId="2821647027" sldId="271"/>
            <ac:spMk id="20" creationId="{9C1879EC-1D8A-8BCE-21F0-BD69BE807C9D}"/>
          </ac:spMkLst>
        </pc:spChg>
        <pc:spChg chg="add mod">
          <ac:chgData name="Hon Yen Yang" userId="b6b8e205c13bf701" providerId="LiveId" clId="{4F5E12EF-4D7A-464D-885C-270FA1BBE6DC}" dt="2026-07-18T00:31:36.183" v="1011"/>
          <ac:spMkLst>
            <pc:docMk/>
            <pc:sldMk cId="2821647027" sldId="271"/>
            <ac:spMk id="21" creationId="{3CB96176-70C1-42A6-BC47-BC0D293949D4}"/>
          </ac:spMkLst>
        </pc:spChg>
        <pc:spChg chg="add mod">
          <ac:chgData name="Hon Yen Yang" userId="b6b8e205c13bf701" providerId="LiveId" clId="{4F5E12EF-4D7A-464D-885C-270FA1BBE6DC}" dt="2026-07-18T00:31:36.204" v="1023" actId="948"/>
          <ac:spMkLst>
            <pc:docMk/>
            <pc:sldMk cId="2821647027" sldId="271"/>
            <ac:spMk id="22" creationId="{CC5F9426-7948-B8A6-E91D-C2521B91B1F8}"/>
          </ac:spMkLst>
        </pc:spChg>
        <pc:spChg chg="add mod">
          <ac:chgData name="Hon Yen Yang" userId="b6b8e205c13bf701" providerId="LiveId" clId="{4F5E12EF-4D7A-464D-885C-270FA1BBE6DC}" dt="2026-07-18T00:31:36.204" v="1026"/>
          <ac:spMkLst>
            <pc:docMk/>
            <pc:sldMk cId="2821647027" sldId="271"/>
            <ac:spMk id="23" creationId="{9B9E1014-A0A6-35F9-A075-A5034920D108}"/>
          </ac:spMkLst>
        </pc:spChg>
        <pc:spChg chg="add mod">
          <ac:chgData name="Hon Yen Yang" userId="b6b8e205c13bf701" providerId="LiveId" clId="{4F5E12EF-4D7A-464D-885C-270FA1BBE6DC}" dt="2026-07-18T00:31:36.237" v="1038" actId="948"/>
          <ac:spMkLst>
            <pc:docMk/>
            <pc:sldMk cId="2821647027" sldId="271"/>
            <ac:spMk id="24" creationId="{48E63291-3587-0E64-918E-A1A3657E4E3D}"/>
          </ac:spMkLst>
        </pc:spChg>
        <pc:spChg chg="add mod">
          <ac:chgData name="Hon Yen Yang" userId="b6b8e205c13bf701" providerId="LiveId" clId="{4F5E12EF-4D7A-464D-885C-270FA1BBE6DC}" dt="2026-07-18T00:31:36.267" v="1049" actId="947"/>
          <ac:spMkLst>
            <pc:docMk/>
            <pc:sldMk cId="2821647027" sldId="271"/>
            <ac:spMk id="25" creationId="{F87BC511-8B97-AA7C-3D2F-16F281A3430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(RM)</c:v>
                </c:pt>
              </c:strCache>
            </c:strRef>
          </c:tx>
          <c:spPr>
            <a:solidFill>
              <a:srgbClr val="176B4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D2922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118</c:v>
                </c:pt>
                <c:pt idx="1">
                  <c:v>96</c:v>
                </c:pt>
                <c:pt idx="2">
                  <c:v>132</c:v>
                </c:pt>
                <c:pt idx="3">
                  <c:v>141</c:v>
                </c:pt>
                <c:pt idx="4">
                  <c:v>87</c:v>
                </c:pt>
                <c:pt idx="5">
                  <c:v>176</c:v>
                </c:pt>
                <c:pt idx="6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A-4F23-AE5B-C17A0F81EA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3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24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WarungAI: bookkeeping that keeps up with a food stall. Trilingual, mobile-first. Everything you will see is running live — the Demo Stall loads five weeks of realistic data with one click and no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pain is not laziness — it is physics. During a rush there is zero slack for admin. So records never exist, and every downstream decision (pricing, prep, restock) is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is the differentiator: capture speed is worthless if the records are wrong. Review-before-save plus undo means speed does not cost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modes are not four features — they are one pipeline with four doors. Demo order: Busy Mode first (fastest wow), then scan the handwritten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handwritten receipt is scanned during the demo. Point out the review table: the owner corrects the OCR before anything is saved. Undo covers the remaining human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call: insights are computed, not LLM-generated. Instant, free, private, and works with zero connectivity. The "business story" is rule-based and translated like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is not a checkbox: voice recognition, date formats and pluralization all follow the picker. A Chinese-speaking aunty and a Malay-speaking uncle can share one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judges: the i18n architecture is the deep cut — the insight engine returns typed data, never sentences, so nothing can exist in only one language. 39 tests run in CI fashion via npm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anything goes sideways mid-demo, use the undo — it is itself a feature. The walkthrough panel in-app shows these same five stops with a script per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is deliberately small and concrete. The OCR migration is scoped, not aspirational: Firebase AI Logic solves the API-key problem client-side via App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judges to try it themselves — the demo works on their own phones via the URL, one click, no signup.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77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2011680"/>
            <a:ext cx="8229600" cy="8229600"/>
          </a:xfrm>
          <a:prstGeom prst="roundRect">
            <a:avLst>
              <a:gd name="adj" fmla="val 24444"/>
            </a:avLst>
          </a:prstGeom>
          <a:solidFill>
            <a:srgbClr val="0F5132">
              <a:alpha val="45000"/>
            </a:srgb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" name="Image 0" descr="C:\Users\honye\OneDrive\Documents\GitHub\WarungAI\public\pwa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9601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468880"/>
            <a:ext cx="9445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WarungAI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71600" y="356616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Rekod jualan dalam beberapa saat.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194560" y="4160520"/>
            <a:ext cx="7799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F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trilingual business workspace for Malaysian warung &amp; hawker stalls — capture every sale in seconds, then turn the ledger into advice.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60350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· Live demo: one click, no signup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 doesn't wait for bookkeeping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 and hawker stalls run on speed and memory. Tools built for cafés and retail counters do not survive a nasi lemak rush.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6252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live in the head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to write anything down mid-rush. By closing time, the day is a blur of plates and change.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0832" y="20574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Shape 7"/>
          <p:cNvSpPr/>
          <p:nvPr/>
        </p:nvSpPr>
        <p:spPr>
          <a:xfrm>
            <a:off x="4690872" y="242316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26252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a guess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90872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prices creep up quietly. A dish can sell below its own cost for weeks before anyone notices.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93024" y="20574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5" name="Shape 11"/>
          <p:cNvSpPr/>
          <p:nvPr/>
        </p:nvSpPr>
        <p:spPr>
          <a:xfrm>
            <a:off x="8513064" y="242316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5146" y="26252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runs out mid-service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13064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warning is an empty pot and a customer walking away. Restocking is reactive, not planned.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owners work hard all day and still cannot answer "did I make money this week?"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that keeps up with the stall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promises, one pipeline: however a sale is captured, it flows through the same review step into the same ledger.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66160" cy="3429000"/>
          </a:xfrm>
          <a:prstGeom prst="roundRect">
            <a:avLst>
              <a:gd name="adj" fmla="val 373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 seconds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it, say it, tap it, or scan it — four entry modes that match how the stall actually works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0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70832" y="2103120"/>
            <a:ext cx="3566160" cy="3429000"/>
          </a:xfrm>
          <a:prstGeom prst="roundRect">
            <a:avLst>
              <a:gd name="adj" fmla="val 3733"/>
            </a:avLst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Shape 8"/>
          <p:cNvSpPr/>
          <p:nvPr/>
        </p:nvSpPr>
        <p:spPr>
          <a:xfrm>
            <a:off x="4690872" y="2468880"/>
            <a:ext cx="777240" cy="77724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26709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you can trust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90872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is reviewed before saving. Sales sync stock automatically, and a 10-minute undo forgives rush-hour mistakes.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936992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193024" y="2103120"/>
            <a:ext cx="3566160" cy="3429000"/>
          </a:xfrm>
          <a:prstGeom prst="roundRect">
            <a:avLst>
              <a:gd name="adj" fmla="val 373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Shape 13"/>
          <p:cNvSpPr/>
          <p:nvPr/>
        </p:nvSpPr>
        <p:spPr>
          <a:xfrm>
            <a:off x="8513064" y="246888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5146" y="267096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13064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you can act on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513064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becomes weekly stories, profit-leak warnings and tomorrow-prep suggestions — computed on-device, no AI bill.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record a sale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41248" y="1664208"/>
            <a:ext cx="731520" cy="73152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1854403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783080" y="21488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"jual 3 nasi lemak rm12" — natural language in BM or English, parsed into product, quantity and price.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91072" y="13716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6583680" y="1664208"/>
            <a:ext cx="731520" cy="73152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1854403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25512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525512" y="21488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entry that follows the app language — ms-MY, en-US or zh-CN — into the same parser as typing.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841248" y="3950208"/>
            <a:ext cx="731520" cy="73152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" y="4140403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Mode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783080" y="44348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tap-grid for rush hour: tap products, pick </a:t>
            </a:r>
            <a:r>
              <a:rPr lang="en-US" altLang="zh-CN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QR, save. Stock counts shown on every tile.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91072" y="3657600"/>
            <a:ext cx="5440680" cy="2057400"/>
          </a:xfrm>
          <a:prstGeom prst="roundRect">
            <a:avLst>
              <a:gd name="adj" fmla="val 6222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Shape 14"/>
          <p:cNvSpPr/>
          <p:nvPr/>
        </p:nvSpPr>
        <p:spPr>
          <a:xfrm>
            <a:off x="6583680" y="3950208"/>
            <a:ext cx="731520" cy="73152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875" y="4140403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25512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525512" y="443484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paper receipt — on-device OCR extracts items, quantities and totals. Handwriting included.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080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pipeline: </a:t>
            </a:r>
            <a:r>
              <a:rPr lang="en-US" sz="15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ends at the same review-and-confirm step — nothing is saved unchecked.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never careless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1588496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8074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before save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17320" y="176479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and voice drafts are confirmed by the owner — never auto-committed to the ledger.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2795504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87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undo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7320" y="297180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Mis-tapped during the rush? One tap removes the sale and puts the stock back.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4002512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947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follows sales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17320" y="41788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decrements stock; deleting restores it; low-stock alerts fire before the pot is empty.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6" y="5209520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0017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417320" y="538581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enforced by Postgres row-level security. Receipts are read on the phone — images never leave it.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366760" y="1051560"/>
            <a:ext cx="3291840" cy="5257800"/>
          </a:xfrm>
          <a:prstGeom prst="roundRect">
            <a:avLst>
              <a:gd name="adj" fmla="val 3333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C:\Users\honye\OneDrive\Documents\GitHub\WarungAI\public\demo-receipt-warung-kak-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1298448"/>
            <a:ext cx="2743200" cy="4114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41080" y="5532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receipt — handwritten, scanned live, reviewed before saving.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talks back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1519001"/>
            <a:ext cx="272125" cy="272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200114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vs week  —  </a:t>
            </a:r>
            <a:r>
              <a:rPr lang="en-US" sz="13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revenue and profit deltas — not just totals.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2340864"/>
            <a:ext cx="566928" cy="566928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2488265"/>
            <a:ext cx="272125" cy="272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065866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leaks  —  </a:t>
            </a:r>
            <a:r>
              <a:rPr lang="en-US" sz="13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dishes selling below cost or under 15% margin.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310128"/>
            <a:ext cx="566928" cy="56692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45752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138642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 —  </a:t>
            </a:r>
            <a:r>
              <a:rPr lang="en-US" sz="13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products with zero sales — the ones owners forget exist.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48640" y="4279392"/>
            <a:ext cx="566928" cy="56692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" y="4426793"/>
            <a:ext cx="272125" cy="2721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4107906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prep  —  </a:t>
            </a:r>
            <a:r>
              <a:rPr lang="en-US" sz="13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Weekday-aware suggestions from the same weekday in past weeks.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48640" y="5248656"/>
            <a:ext cx="566928" cy="56692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5396057"/>
            <a:ext cx="272125" cy="2721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8448" y="507717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  —  </a:t>
            </a:r>
            <a:r>
              <a:rPr lang="en-US" sz="13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on why the week went the way it did.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858000" y="1280160"/>
            <a:ext cx="4800600" cy="4206240"/>
          </a:xfrm>
          <a:prstGeom prst="roundRect">
            <a:avLst>
              <a:gd name="adj" fmla="val 2609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Text 12"/>
          <p:cNvSpPr/>
          <p:nvPr/>
        </p:nvSpPr>
        <p:spPr>
          <a:xfrm>
            <a:off x="713232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net profit — Demo Stall (RM)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86600" y="182880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xt 13"/>
          <p:cNvSpPr/>
          <p:nvPr/>
        </p:nvSpPr>
        <p:spPr>
          <a:xfrm>
            <a:off x="7132320" y="5623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records on-device — no AI API, no cost, works offline.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the warung, not the boardroom</a:t>
            </a:r>
            <a:endParaRPr lang="en-US" sz="3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1848551"/>
            <a:ext cx="289682" cy="28968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" y="1675181"/>
            <a:ext cx="3566160" cy="2363724"/>
          </a:xfrm>
          <a:prstGeom prst="roundRect">
            <a:avLst>
              <a:gd name="adj" fmla="val 595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Shape 14"/>
          <p:cNvSpPr/>
          <p:nvPr/>
        </p:nvSpPr>
        <p:spPr>
          <a:xfrm>
            <a:off x="822960" y="2026768"/>
            <a:ext cx="603504" cy="663854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387" y="2199370"/>
            <a:ext cx="318650" cy="3186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72768" y="2026768"/>
            <a:ext cx="2450592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like an app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822960" y="2697023"/>
            <a:ext cx="3017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MY" altLang="zh-CN" sz="12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</a:t>
            </a:r>
            <a:r>
              <a:rPr lang="en-US" sz="12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PWA) — add to home screen from the browser. No app store, no update friction.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70832" y="1675181"/>
            <a:ext cx="3566160" cy="2363724"/>
          </a:xfrm>
          <a:prstGeom prst="roundRect">
            <a:avLst>
              <a:gd name="adj" fmla="val 595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4" name="Shape 18"/>
          <p:cNvSpPr/>
          <p:nvPr/>
        </p:nvSpPr>
        <p:spPr>
          <a:xfrm>
            <a:off x="4645152" y="2026768"/>
            <a:ext cx="603504" cy="663854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579" y="2199370"/>
            <a:ext cx="318650" cy="3186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2026768"/>
            <a:ext cx="2450592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4645152" y="2697023"/>
            <a:ext cx="3017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print-ready summary for the accountant — or the micro-loan application.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93024" y="1675181"/>
            <a:ext cx="3566160" cy="2363724"/>
          </a:xfrm>
          <a:prstGeom prst="roundRect">
            <a:avLst>
              <a:gd name="adj" fmla="val 595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Shape 22"/>
          <p:cNvSpPr/>
          <p:nvPr/>
        </p:nvSpPr>
        <p:spPr>
          <a:xfrm>
            <a:off x="8467344" y="2026768"/>
            <a:ext cx="603504" cy="663854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771" y="2199370"/>
            <a:ext cx="318650" cy="3186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17152" y="2026768"/>
            <a:ext cx="2450592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share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8467344" y="2697023"/>
            <a:ext cx="30175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 summary straight to the family group chat.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6" y="1588496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38074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Vite, code-split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417320" y="176479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OCR engine ships only when someone actually scans — the app stays light on cheap phones.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6" y="2795504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5877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17320" y="2971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separates every vendor; sales are written through an atomic RPC.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831336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16" y="4002512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794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(Tesseract.js)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417320" y="417880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images are processed in the browser and never uploaded anywhere.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16" y="5209520"/>
            <a:ext cx="316017" cy="3160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50017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Structured-data i18n engine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417320" y="538581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return data, the UI owns the words — so every insight exists in all three languages by construction.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92440" y="1234440"/>
            <a:ext cx="3566160" cy="1133856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0" name="Text 14"/>
          <p:cNvSpPr/>
          <p:nvPr/>
        </p:nvSpPr>
        <p:spPr>
          <a:xfrm>
            <a:off x="8321040" y="1325880"/>
            <a:ext cx="1371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9692640" y="1344168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— parsers, insights, i18n parity, components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092440" y="2532888"/>
            <a:ext cx="3566160" cy="1133856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Text 17"/>
          <p:cNvSpPr/>
          <p:nvPr/>
        </p:nvSpPr>
        <p:spPr>
          <a:xfrm>
            <a:off x="8321040" y="2624328"/>
            <a:ext cx="1371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360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9692640" y="2642616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strings, full parity across BM / EN / 中文 enforced by a test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092440" y="3831336"/>
            <a:ext cx="3566160" cy="1133856"/>
          </a:xfrm>
          <a:prstGeom prst="roundRect">
            <a:avLst>
              <a:gd name="adj" fmla="val 9677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0"/>
          <p:cNvSpPr/>
          <p:nvPr/>
        </p:nvSpPr>
        <p:spPr>
          <a:xfrm>
            <a:off x="8321040" y="3922776"/>
            <a:ext cx="1371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692640" y="3941064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modes feeding one reviewed pipeline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092440" y="5129784"/>
            <a:ext cx="3566160" cy="1133856"/>
          </a:xfrm>
          <a:prstGeom prst="roundRect">
            <a:avLst>
              <a:gd name="adj" fmla="val 9677"/>
            </a:avLst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9" name="Text 23"/>
          <p:cNvSpPr/>
          <p:nvPr/>
        </p:nvSpPr>
        <p:spPr>
          <a:xfrm>
            <a:off x="8321040" y="5221224"/>
            <a:ext cx="1371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9692640" y="52395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shipped to the client — and no per-use AI cost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 — five stops, three minutes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 Stall</a:t>
            </a:r>
            <a:r>
              <a:rPr lang="en-US" sz="1400" dirty="0">
                <a:solidFill>
                  <a:srgbClr val="CFE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click on the login screen loads five weeks of realistic stall data. Browser-only, no account, no setup. An in-app guide follows this exact route.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112264" cy="3108960"/>
          </a:xfrm>
          <a:prstGeom prst="roundRect">
            <a:avLst>
              <a:gd name="adj" fmla="val 5628"/>
            </a:avLst>
          </a:prstGeom>
          <a:solidFill>
            <a:srgbClr val="0F5132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1261872" y="2606040"/>
            <a:ext cx="685800" cy="6858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261872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Mode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404164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products, pick Tunai or QR, save a rush-hour sale in seconds.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43784" y="2286000"/>
            <a:ext cx="2112264" cy="3108960"/>
          </a:xfrm>
          <a:prstGeom prst="roundRect">
            <a:avLst>
              <a:gd name="adj" fmla="val 5628"/>
            </a:avLst>
          </a:prstGeom>
          <a:solidFill>
            <a:srgbClr val="0F5132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3557016" y="2606040"/>
            <a:ext cx="685800" cy="6858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3557016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08376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scan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8376" y="404164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handwritten receipt; review and correct before saving.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2286000"/>
            <a:ext cx="2112264" cy="3108960"/>
          </a:xfrm>
          <a:prstGeom prst="roundRect">
            <a:avLst>
              <a:gd name="adj" fmla="val 5628"/>
            </a:avLst>
          </a:prstGeom>
          <a:solidFill>
            <a:srgbClr val="0F5132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685800" cy="6858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8521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404164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payment split and business health for today.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34072" y="2286000"/>
            <a:ext cx="2112264" cy="3108960"/>
          </a:xfrm>
          <a:prstGeom prst="roundRect">
            <a:avLst>
              <a:gd name="adj" fmla="val 5628"/>
            </a:avLst>
          </a:prstGeom>
          <a:solidFill>
            <a:srgbClr val="0F5132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8147304" y="2606040"/>
            <a:ext cx="685800" cy="6858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Text 19"/>
          <p:cNvSpPr/>
          <p:nvPr/>
        </p:nvSpPr>
        <p:spPr>
          <a:xfrm>
            <a:off x="8147304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98664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98664" y="404164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Winners, profit leaks, slow movers and tomorrow-prep.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29216" y="2286000"/>
            <a:ext cx="2112264" cy="3108960"/>
          </a:xfrm>
          <a:prstGeom prst="roundRect">
            <a:avLst>
              <a:gd name="adj" fmla="val 5628"/>
            </a:avLst>
          </a:prstGeom>
          <a:solidFill>
            <a:srgbClr val="0F5132"/>
          </a:solidFill>
          <a:ln w="12700">
            <a:solidFill>
              <a:srgbClr val="1E6B4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10442448" y="2606040"/>
            <a:ext cx="685800" cy="68580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0442448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3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3808" y="34747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93808" y="4041648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9C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save as PDF — take the week to the accountant.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safety net: any mis-tap during the demo is reversible for 10 minutes.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34DBDB-04E1-22D0-3AB5-64C783587191}"/>
              </a:ext>
            </a:extLst>
          </p:cNvPr>
          <p:cNvSpPr/>
          <p:nvPr/>
        </p:nvSpPr>
        <p:spPr>
          <a:xfrm>
            <a:off x="965200" y="1168400"/>
            <a:ext cx="2095500" cy="355600"/>
          </a:xfrm>
          <a:prstGeom prst="roundRect">
            <a:avLst/>
          </a:prstGeom>
          <a:solidFill>
            <a:srgbClr val="0C5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DA9C8-7DFB-5A6C-5537-915FFE2967B7}"/>
              </a:ext>
            </a:extLst>
          </p:cNvPr>
          <p:cNvSpPr txBox="1"/>
          <p:nvPr/>
        </p:nvSpPr>
        <p:spPr>
          <a:xfrm>
            <a:off x="1117600" y="1270000"/>
            <a:ext cx="180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4B639"/>
                </a:solidFill>
                <a:latin typeface="Aptos" panose="020B0004020202020204" pitchFamily="34" charset="0"/>
              </a:rPr>
              <a:t>LANGUAGE 01 / 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51BE77-E53B-658C-3871-EC0EB077B1DF}"/>
              </a:ext>
            </a:extLst>
          </p:cNvPr>
          <p:cNvSpPr txBox="1"/>
          <p:nvPr/>
        </p:nvSpPr>
        <p:spPr>
          <a:xfrm>
            <a:off x="965200" y="1905000"/>
            <a:ext cx="6350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3500" b="1">
                <a:solidFill>
                  <a:srgbClr val="F8FAF7"/>
                </a:solidFill>
                <a:latin typeface="Aptos" panose="020B0004020202020204" pitchFamily="34" charset="0"/>
              </a:rPr>
              <a:t>Mulakan dalam bahasa yang paling selesa.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35FD0-FF42-0926-6F6B-FFF1BF63313C}"/>
              </a:ext>
            </a:extLst>
          </p:cNvPr>
          <p:cNvSpPr txBox="1"/>
          <p:nvPr/>
        </p:nvSpPr>
        <p:spPr>
          <a:xfrm>
            <a:off x="965200" y="3708400"/>
            <a:ext cx="594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700">
                <a:solidFill>
                  <a:srgbClr val="BFD7C9"/>
                </a:solidFill>
                <a:latin typeface="Aptos" panose="020B0004020202020204" pitchFamily="34" charset="0"/>
              </a:rPr>
              <a:t>Dari salam hingga rekod jualan, WarungAI bercakap Bahasa Melayu dengan jelas dan pantas.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C24E00-6459-E85D-456B-465EA2DCAC0C}"/>
              </a:ext>
            </a:extLst>
          </p:cNvPr>
          <p:cNvSpPr/>
          <p:nvPr/>
        </p:nvSpPr>
        <p:spPr>
          <a:xfrm>
            <a:off x="965200" y="5359400"/>
            <a:ext cx="4089400" cy="939800"/>
          </a:xfrm>
          <a:prstGeom prst="roundRect">
            <a:avLst/>
          </a:prstGeom>
          <a:solidFill>
            <a:srgbClr val="0A5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2280A-9B68-7287-7EF1-6765ECF48F29}"/>
              </a:ext>
            </a:extLst>
          </p:cNvPr>
          <p:cNvSpPr txBox="1"/>
          <p:nvPr/>
        </p:nvSpPr>
        <p:spPr>
          <a:xfrm>
            <a:off x="1219200" y="5588000"/>
            <a:ext cx="3505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8FAF7"/>
                </a:solidFill>
                <a:latin typeface="Aptos" panose="020B0004020202020204" pitchFamily="34" charset="0"/>
              </a:rPr>
              <a:t>One tap changes every label, prompt and voice setting.</a:t>
            </a:r>
            <a:endParaRPr lang="en-MY" sz="13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7551A-5A9D-C038-EC7E-D50D6959ABB2}"/>
              </a:ext>
            </a:extLst>
          </p:cNvPr>
          <p:cNvSpPr/>
          <p:nvPr/>
        </p:nvSpPr>
        <p:spPr>
          <a:xfrm>
            <a:off x="8359775" y="1270000"/>
            <a:ext cx="6118225" cy="6248400"/>
          </a:xfrm>
          <a:prstGeom prst="roundRect">
            <a:avLst/>
          </a:prstGeom>
          <a:solidFill>
            <a:srgbClr val="F6F9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B22B7B-1BDC-1BCA-EF32-E5AA40F2CBC1}"/>
              </a:ext>
            </a:extLst>
          </p:cNvPr>
          <p:cNvSpPr/>
          <p:nvPr/>
        </p:nvSpPr>
        <p:spPr>
          <a:xfrm>
            <a:off x="8737600" y="1651000"/>
            <a:ext cx="55118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A9BB3-407D-41DA-8991-C8FD30704B9C}"/>
              </a:ext>
            </a:extLst>
          </p:cNvPr>
          <p:cNvSpPr txBox="1"/>
          <p:nvPr/>
        </p:nvSpPr>
        <p:spPr>
          <a:xfrm>
            <a:off x="8991600" y="1816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1392B"/>
                </a:solidFill>
                <a:latin typeface="Aptos" panose="020B0004020202020204" pitchFamily="34" charset="0"/>
              </a:rPr>
              <a:t>warungAI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B4FE6A-FFC6-350C-DD3A-003D46AF3647}"/>
              </a:ext>
            </a:extLst>
          </p:cNvPr>
          <p:cNvSpPr/>
          <p:nvPr/>
        </p:nvSpPr>
        <p:spPr>
          <a:xfrm>
            <a:off x="12611100" y="1803400"/>
            <a:ext cx="1346200" cy="330200"/>
          </a:xfrm>
          <a:prstGeom prst="roundRect">
            <a:avLst/>
          </a:prstGeom>
          <a:solidFill>
            <a:srgbClr val="EAF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D268AC-68C3-8D5F-4C34-D9FF6D24ADE5}"/>
              </a:ext>
            </a:extLst>
          </p:cNvPr>
          <p:cNvSpPr txBox="1"/>
          <p:nvPr/>
        </p:nvSpPr>
        <p:spPr>
          <a:xfrm>
            <a:off x="12788900" y="1879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Bahasa Melayu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5351FD-2893-E650-C591-84BE72C80121}"/>
              </a:ext>
            </a:extLst>
          </p:cNvPr>
          <p:cNvSpPr txBox="1"/>
          <p:nvPr/>
        </p:nvSpPr>
        <p:spPr>
          <a:xfrm>
            <a:off x="8940800" y="2641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700" b="1">
                <a:solidFill>
                  <a:srgbClr val="11392B"/>
                </a:solidFill>
                <a:latin typeface="Aptos" panose="020B0004020202020204" pitchFamily="34" charset="0"/>
              </a:rPr>
              <a:t>Selamat petang, Kak Lina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2F4B0B-30BB-2E2C-11C8-71AF688D8DD6}"/>
              </a:ext>
            </a:extLst>
          </p:cNvPr>
          <p:cNvSpPr txBox="1"/>
          <p:nvPr/>
        </p:nvSpPr>
        <p:spPr>
          <a:xfrm>
            <a:off x="8940800" y="30988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100">
                <a:solidFill>
                  <a:srgbClr val="5F796D"/>
                </a:solidFill>
                <a:latin typeface="Aptos" panose="020B0004020202020204" pitchFamily="34" charset="0"/>
              </a:rPr>
              <a:t>Jualan hari ini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67640-5954-A355-39DE-C90B3E1EAAAB}"/>
              </a:ext>
            </a:extLst>
          </p:cNvPr>
          <p:cNvSpPr txBox="1"/>
          <p:nvPr/>
        </p:nvSpPr>
        <p:spPr>
          <a:xfrm>
            <a:off x="8940800" y="3378200"/>
            <a:ext cx="317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>
                <a:solidFill>
                  <a:srgbClr val="11392B"/>
                </a:solidFill>
                <a:latin typeface="Aptos" panose="020B0004020202020204" pitchFamily="34" charset="0"/>
              </a:rPr>
              <a:t>RM 486.50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9EE11-C9BD-9294-E8B6-CB185C6EC414}"/>
              </a:ext>
            </a:extLst>
          </p:cNvPr>
          <p:cNvSpPr txBox="1"/>
          <p:nvPr/>
        </p:nvSpPr>
        <p:spPr>
          <a:xfrm>
            <a:off x="8940800" y="38989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b="1" dirty="0">
                <a:solidFill>
                  <a:srgbClr val="106A4A"/>
                </a:solidFill>
                <a:latin typeface="Aptos" panose="020B0004020202020204" pitchFamily="34" charset="0"/>
              </a:rPr>
              <a:t>+12.8% </a:t>
            </a:r>
            <a:r>
              <a:rPr lang="en-MY" sz="1000" b="1" dirty="0" err="1">
                <a:solidFill>
                  <a:srgbClr val="106A4A"/>
                </a:solidFill>
                <a:latin typeface="Aptos" panose="020B0004020202020204" pitchFamily="34" charset="0"/>
              </a:rPr>
              <a:t>dari</a:t>
            </a:r>
            <a:r>
              <a:rPr lang="en-MY" sz="1000" b="1" dirty="0">
                <a:solidFill>
                  <a:srgbClr val="106A4A"/>
                </a:solidFill>
                <a:latin typeface="Aptos" panose="020B0004020202020204" pitchFamily="34" charset="0"/>
              </a:rPr>
              <a:t> </a:t>
            </a:r>
            <a:r>
              <a:rPr lang="en-MY" sz="1000" b="1" dirty="0" err="1">
                <a:solidFill>
                  <a:srgbClr val="106A4A"/>
                </a:solidFill>
                <a:latin typeface="Aptos" panose="020B0004020202020204" pitchFamily="34" charset="0"/>
              </a:rPr>
              <a:t>semalam</a:t>
            </a:r>
            <a:endParaRPr lang="en-MY" sz="1000" b="1" dirty="0">
              <a:solidFill>
                <a:srgbClr val="106A4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93BD70-17AD-2ADD-EBD0-5739473FE3A2}"/>
              </a:ext>
            </a:extLst>
          </p:cNvPr>
          <p:cNvSpPr/>
          <p:nvPr/>
        </p:nvSpPr>
        <p:spPr>
          <a:xfrm>
            <a:off x="8940800" y="4343400"/>
            <a:ext cx="5105400" cy="965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E6B87-98BE-FC4D-0D73-ABC0B82FA457}"/>
              </a:ext>
            </a:extLst>
          </p:cNvPr>
          <p:cNvSpPr txBox="1"/>
          <p:nvPr/>
        </p:nvSpPr>
        <p:spPr>
          <a:xfrm>
            <a:off x="9169400" y="4546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11392B"/>
                </a:solidFill>
                <a:latin typeface="Aptos" panose="020B0004020202020204" pitchFamily="34" charset="0"/>
              </a:rPr>
              <a:t>Nasi lemak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91CEED-65B7-3FD6-F792-84A1B5BEBBAF}"/>
              </a:ext>
            </a:extLst>
          </p:cNvPr>
          <p:cNvSpPr txBox="1"/>
          <p:nvPr/>
        </p:nvSpPr>
        <p:spPr>
          <a:xfrm>
            <a:off x="9169400" y="48133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dirty="0">
                <a:solidFill>
                  <a:srgbClr val="5F796D"/>
                </a:solidFill>
                <a:latin typeface="Aptos" panose="020B0004020202020204" pitchFamily="34" charset="0"/>
              </a:rPr>
              <a:t>18 </a:t>
            </a:r>
            <a:r>
              <a:rPr lang="en-MY" sz="1000" dirty="0" err="1">
                <a:solidFill>
                  <a:srgbClr val="5F796D"/>
                </a:solidFill>
                <a:latin typeface="Aptos" panose="020B0004020202020204" pitchFamily="34" charset="0"/>
              </a:rPr>
              <a:t>dijual</a:t>
            </a:r>
            <a:r>
              <a:rPr lang="en-MY" sz="1000" dirty="0">
                <a:solidFill>
                  <a:srgbClr val="5F796D"/>
                </a:solidFill>
                <a:latin typeface="Aptos" panose="020B0004020202020204" pitchFamily="34" charset="0"/>
              </a:rPr>
              <a:t> </a:t>
            </a:r>
            <a:r>
              <a:rPr lang="en-MY" sz="1000" dirty="0" err="1">
                <a:solidFill>
                  <a:srgbClr val="5F796D"/>
                </a:solidFill>
                <a:latin typeface="Aptos" panose="020B0004020202020204" pitchFamily="34" charset="0"/>
              </a:rPr>
              <a:t>hari</a:t>
            </a:r>
            <a:r>
              <a:rPr lang="en-MY" sz="1000" dirty="0">
                <a:solidFill>
                  <a:srgbClr val="5F796D"/>
                </a:solidFill>
                <a:latin typeface="Aptos" panose="020B0004020202020204" pitchFamily="34" charset="0"/>
              </a:rPr>
              <a:t> </a:t>
            </a:r>
            <a:r>
              <a:rPr lang="en-MY" sz="1000" dirty="0" err="1">
                <a:solidFill>
                  <a:srgbClr val="5F796D"/>
                </a:solidFill>
                <a:latin typeface="Aptos" panose="020B0004020202020204" pitchFamily="34" charset="0"/>
              </a:rPr>
              <a:t>ini</a:t>
            </a:r>
            <a:endParaRPr lang="en-MY" sz="1000" dirty="0">
              <a:solidFill>
                <a:srgbClr val="5F796D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4A2D0D-2231-49D1-C149-2A33A2B06E3A}"/>
              </a:ext>
            </a:extLst>
          </p:cNvPr>
          <p:cNvSpPr txBox="1"/>
          <p:nvPr/>
        </p:nvSpPr>
        <p:spPr>
          <a:xfrm>
            <a:off x="12547600" y="46228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200" b="1">
                <a:solidFill>
                  <a:srgbClr val="11392B"/>
                </a:solidFill>
                <a:latin typeface="Aptos" panose="020B0004020202020204" pitchFamily="34" charset="0"/>
              </a:rPr>
              <a:t>RM 90.00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537D79-48C4-E0F5-97AD-3C3A64E31420}"/>
              </a:ext>
            </a:extLst>
          </p:cNvPr>
          <p:cNvSpPr/>
          <p:nvPr/>
        </p:nvSpPr>
        <p:spPr>
          <a:xfrm>
            <a:off x="8940800" y="5511800"/>
            <a:ext cx="5105400" cy="609600"/>
          </a:xfrm>
          <a:prstGeom prst="roundRect">
            <a:avLst/>
          </a:prstGeom>
          <a:solidFill>
            <a:srgbClr val="106A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65803F-99DE-6F5D-9205-CCC4E749EE1A}"/>
              </a:ext>
            </a:extLst>
          </p:cNvPr>
          <p:cNvSpPr txBox="1"/>
          <p:nvPr/>
        </p:nvSpPr>
        <p:spPr>
          <a:xfrm>
            <a:off x="9169400" y="5715000"/>
            <a:ext cx="4635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300" b="1">
                <a:solidFill>
                  <a:srgbClr val="FFFFFF"/>
                </a:solidFill>
                <a:latin typeface="Aptos" panose="020B0004020202020204" pitchFamily="34" charset="0"/>
              </a:rPr>
              <a:t>Rekod jualan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354808-11EF-0849-0142-28AAE8E347DB}"/>
              </a:ext>
            </a:extLst>
          </p:cNvPr>
          <p:cNvSpPr/>
          <p:nvPr/>
        </p:nvSpPr>
        <p:spPr>
          <a:xfrm>
            <a:off x="8737600" y="6426200"/>
            <a:ext cx="5511800" cy="838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A9942C-A39D-1223-F826-092F210DDF9B}"/>
              </a:ext>
            </a:extLst>
          </p:cNvPr>
          <p:cNvSpPr txBox="1"/>
          <p:nvPr/>
        </p:nvSpPr>
        <p:spPr>
          <a:xfrm>
            <a:off x="8991600" y="6718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>
                <a:solidFill>
                  <a:srgbClr val="5F796D"/>
                </a:solidFill>
                <a:latin typeface="Aptos" panose="020B0004020202020204" pitchFamily="34" charset="0"/>
              </a:rPr>
              <a:t>Ringkasan | Jualan | Stok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348CD2-FD2B-375F-13F1-669D89399452}"/>
              </a:ext>
            </a:extLst>
          </p:cNvPr>
          <p:cNvSpPr txBox="1"/>
          <p:nvPr/>
        </p:nvSpPr>
        <p:spPr>
          <a:xfrm>
            <a:off x="965200" y="82550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ABDAC"/>
                </a:solidFill>
                <a:latin typeface="Aptos" panose="020B0004020202020204" pitchFamily="34" charset="0"/>
              </a:rPr>
              <a:t>WarungAI  Â·  built for every shift</a:t>
            </a:r>
            <a:endParaRPr lang="en-MY" sz="1100">
              <a:solidFill>
                <a:srgbClr val="9ABDA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50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258255-4313-51F6-E1BE-42FC97B612A1}"/>
              </a:ext>
            </a:extLst>
          </p:cNvPr>
          <p:cNvSpPr/>
          <p:nvPr/>
        </p:nvSpPr>
        <p:spPr>
          <a:xfrm>
            <a:off x="965200" y="1168400"/>
            <a:ext cx="2095500" cy="355600"/>
          </a:xfrm>
          <a:prstGeom prst="roundRect">
            <a:avLst/>
          </a:prstGeom>
          <a:solidFill>
            <a:srgbClr val="0C5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A2C47-DCC3-9CF5-18EE-C616D4872B43}"/>
              </a:ext>
            </a:extLst>
          </p:cNvPr>
          <p:cNvSpPr txBox="1"/>
          <p:nvPr/>
        </p:nvSpPr>
        <p:spPr>
          <a:xfrm>
            <a:off x="1117600" y="1270000"/>
            <a:ext cx="180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4B639"/>
                </a:solidFill>
                <a:latin typeface="Aptos" panose="020B0004020202020204" pitchFamily="34" charset="0"/>
              </a:rPr>
              <a:t>LANGUAGE 02 / 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B9726-F410-B4B3-AD79-A386F64181E0}"/>
              </a:ext>
            </a:extLst>
          </p:cNvPr>
          <p:cNvSpPr txBox="1"/>
          <p:nvPr/>
        </p:nvSpPr>
        <p:spPr>
          <a:xfrm>
            <a:off x="965200" y="1905000"/>
            <a:ext cx="6350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500" b="1">
                <a:solidFill>
                  <a:srgbClr val="F8FAF7"/>
                </a:solidFill>
                <a:latin typeface="Aptos" panose="020B0004020202020204" pitchFamily="34" charset="0"/>
              </a:rPr>
              <a:t>Switch once. Work naturally in English.</a:t>
            </a:r>
            <a:endParaRPr lang="en-MY" sz="35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C6E78-F2C7-C339-2B0F-EAD8EB8B3AE5}"/>
              </a:ext>
            </a:extLst>
          </p:cNvPr>
          <p:cNvSpPr txBox="1"/>
          <p:nvPr/>
        </p:nvSpPr>
        <p:spPr>
          <a:xfrm>
            <a:off x="965200" y="3708400"/>
            <a:ext cx="594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BFD7C9"/>
                </a:solidFill>
                <a:latin typeface="Aptos" panose="020B0004020202020204" pitchFamily="34" charset="0"/>
              </a:rPr>
              <a:t>The same fast sale flow, with every label and prompt immediately ready for an English-speaking team.</a:t>
            </a:r>
            <a:endParaRPr lang="en-MY" sz="1700">
              <a:solidFill>
                <a:srgbClr val="BFD7C9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7A218B4-D7D0-AEAA-7690-42BD0195E0F3}"/>
              </a:ext>
            </a:extLst>
          </p:cNvPr>
          <p:cNvSpPr/>
          <p:nvPr/>
        </p:nvSpPr>
        <p:spPr>
          <a:xfrm>
            <a:off x="965200" y="5359400"/>
            <a:ext cx="4089400" cy="939800"/>
          </a:xfrm>
          <a:prstGeom prst="roundRect">
            <a:avLst/>
          </a:prstGeom>
          <a:solidFill>
            <a:srgbClr val="0A5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D11AB1-05BA-49F7-6B6E-75632028CDA5}"/>
              </a:ext>
            </a:extLst>
          </p:cNvPr>
          <p:cNvSpPr txBox="1"/>
          <p:nvPr/>
        </p:nvSpPr>
        <p:spPr>
          <a:xfrm>
            <a:off x="1219200" y="5588000"/>
            <a:ext cx="3505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8FAF7"/>
                </a:solidFill>
                <a:latin typeface="Aptos" panose="020B0004020202020204" pitchFamily="34" charset="0"/>
              </a:rPr>
              <a:t>One tap changes every label, prompt and voice setting.</a:t>
            </a:r>
            <a:endParaRPr lang="en-MY" sz="13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AFAAB-4150-1135-100E-3D282B62A68C}"/>
              </a:ext>
            </a:extLst>
          </p:cNvPr>
          <p:cNvSpPr/>
          <p:nvPr/>
        </p:nvSpPr>
        <p:spPr>
          <a:xfrm>
            <a:off x="8343900" y="1253787"/>
            <a:ext cx="6134100" cy="6264613"/>
          </a:xfrm>
          <a:prstGeom prst="roundRect">
            <a:avLst/>
          </a:prstGeom>
          <a:solidFill>
            <a:srgbClr val="F6F9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29C96D-B177-ED32-8818-267181DE45A4}"/>
              </a:ext>
            </a:extLst>
          </p:cNvPr>
          <p:cNvSpPr/>
          <p:nvPr/>
        </p:nvSpPr>
        <p:spPr>
          <a:xfrm>
            <a:off x="8737600" y="1651000"/>
            <a:ext cx="55118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7B122-FF63-04EA-B624-38547A6109E0}"/>
              </a:ext>
            </a:extLst>
          </p:cNvPr>
          <p:cNvSpPr txBox="1"/>
          <p:nvPr/>
        </p:nvSpPr>
        <p:spPr>
          <a:xfrm>
            <a:off x="8991600" y="1816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1392B"/>
                </a:solidFill>
                <a:latin typeface="Aptos" panose="020B0004020202020204" pitchFamily="34" charset="0"/>
              </a:rPr>
              <a:t>warungAI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84ECA4-FF87-5D9A-6EA0-FF228A60B941}"/>
              </a:ext>
            </a:extLst>
          </p:cNvPr>
          <p:cNvSpPr/>
          <p:nvPr/>
        </p:nvSpPr>
        <p:spPr>
          <a:xfrm>
            <a:off x="12611100" y="1803400"/>
            <a:ext cx="1346200" cy="330200"/>
          </a:xfrm>
          <a:prstGeom prst="roundRect">
            <a:avLst/>
          </a:prstGeom>
          <a:solidFill>
            <a:srgbClr val="EAF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97CC87-8965-8944-6648-6F3DD23F2BAB}"/>
              </a:ext>
            </a:extLst>
          </p:cNvPr>
          <p:cNvSpPr txBox="1"/>
          <p:nvPr/>
        </p:nvSpPr>
        <p:spPr>
          <a:xfrm>
            <a:off x="12788900" y="1879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English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2B6F1-015B-5F2F-EB53-73885E427F53}"/>
              </a:ext>
            </a:extLst>
          </p:cNvPr>
          <p:cNvSpPr txBox="1"/>
          <p:nvPr/>
        </p:nvSpPr>
        <p:spPr>
          <a:xfrm>
            <a:off x="8940800" y="2641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700" b="1">
                <a:solidFill>
                  <a:srgbClr val="11392B"/>
                </a:solidFill>
                <a:latin typeface="Aptos" panose="020B0004020202020204" pitchFamily="34" charset="0"/>
              </a:rPr>
              <a:t>Good afternoon, Kak Lina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7B18E5-DFDF-8E96-C8A7-C2E554DC03D8}"/>
              </a:ext>
            </a:extLst>
          </p:cNvPr>
          <p:cNvSpPr txBox="1"/>
          <p:nvPr/>
        </p:nvSpPr>
        <p:spPr>
          <a:xfrm>
            <a:off x="8940800" y="30988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100">
                <a:solidFill>
                  <a:srgbClr val="5F796D"/>
                </a:solidFill>
                <a:latin typeface="Aptos" panose="020B0004020202020204" pitchFamily="34" charset="0"/>
              </a:rPr>
              <a:t>Today's sales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CC9FD0-1E96-CD95-6514-4316C69BF226}"/>
              </a:ext>
            </a:extLst>
          </p:cNvPr>
          <p:cNvSpPr txBox="1"/>
          <p:nvPr/>
        </p:nvSpPr>
        <p:spPr>
          <a:xfrm>
            <a:off x="8940800" y="3378200"/>
            <a:ext cx="317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>
                <a:solidFill>
                  <a:srgbClr val="11392B"/>
                </a:solidFill>
                <a:latin typeface="Aptos" panose="020B0004020202020204" pitchFamily="34" charset="0"/>
              </a:rPr>
              <a:t>RM 486.50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1E9A1-ED27-81A9-5FB7-9A2F5914A740}"/>
              </a:ext>
            </a:extLst>
          </p:cNvPr>
          <p:cNvSpPr txBox="1"/>
          <p:nvPr/>
        </p:nvSpPr>
        <p:spPr>
          <a:xfrm>
            <a:off x="8940800" y="38989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+12.8% vs yesterday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1560BD-A8C6-4997-385A-3C37198E2F18}"/>
              </a:ext>
            </a:extLst>
          </p:cNvPr>
          <p:cNvSpPr/>
          <p:nvPr/>
        </p:nvSpPr>
        <p:spPr>
          <a:xfrm>
            <a:off x="8940800" y="4343400"/>
            <a:ext cx="5105400" cy="965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81DFBA-6140-BAC2-0406-5ABBC835013E}"/>
              </a:ext>
            </a:extLst>
          </p:cNvPr>
          <p:cNvSpPr txBox="1"/>
          <p:nvPr/>
        </p:nvSpPr>
        <p:spPr>
          <a:xfrm>
            <a:off x="9169400" y="4546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11392B"/>
                </a:solidFill>
                <a:latin typeface="Aptos" panose="020B0004020202020204" pitchFamily="34" charset="0"/>
              </a:rPr>
              <a:t>Nasi lemak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C9485-C9DC-734E-4F07-1157572EABD4}"/>
              </a:ext>
            </a:extLst>
          </p:cNvPr>
          <p:cNvSpPr txBox="1"/>
          <p:nvPr/>
        </p:nvSpPr>
        <p:spPr>
          <a:xfrm>
            <a:off x="9169400" y="48133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>
                <a:solidFill>
                  <a:srgbClr val="5F796D"/>
                </a:solidFill>
                <a:latin typeface="Aptos" panose="020B0004020202020204" pitchFamily="34" charset="0"/>
              </a:rPr>
              <a:t>18 sold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37741D-3F55-23D0-5080-465E60D3486B}"/>
              </a:ext>
            </a:extLst>
          </p:cNvPr>
          <p:cNvSpPr txBox="1"/>
          <p:nvPr/>
        </p:nvSpPr>
        <p:spPr>
          <a:xfrm>
            <a:off x="12547600" y="46228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200" b="1">
                <a:solidFill>
                  <a:srgbClr val="11392B"/>
                </a:solidFill>
                <a:latin typeface="Aptos" panose="020B0004020202020204" pitchFamily="34" charset="0"/>
              </a:rPr>
              <a:t>RM 90.00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08DA99-E2F0-880A-34A3-DC917B253D73}"/>
              </a:ext>
            </a:extLst>
          </p:cNvPr>
          <p:cNvSpPr/>
          <p:nvPr/>
        </p:nvSpPr>
        <p:spPr>
          <a:xfrm>
            <a:off x="8940800" y="5511800"/>
            <a:ext cx="5105400" cy="609600"/>
          </a:xfrm>
          <a:prstGeom prst="roundRect">
            <a:avLst/>
          </a:prstGeom>
          <a:solidFill>
            <a:srgbClr val="106A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20F97C-C81E-73E3-84FE-8579F28DF77A}"/>
              </a:ext>
            </a:extLst>
          </p:cNvPr>
          <p:cNvSpPr txBox="1"/>
          <p:nvPr/>
        </p:nvSpPr>
        <p:spPr>
          <a:xfrm>
            <a:off x="9169400" y="5715000"/>
            <a:ext cx="4635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300" b="1">
                <a:solidFill>
                  <a:srgbClr val="FFFFFF"/>
                </a:solidFill>
                <a:latin typeface="Aptos" panose="020B0004020202020204" pitchFamily="34" charset="0"/>
              </a:rPr>
              <a:t>Record sale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7BC8E1-6DE2-4FE3-998E-82482D150A3A}"/>
              </a:ext>
            </a:extLst>
          </p:cNvPr>
          <p:cNvSpPr/>
          <p:nvPr/>
        </p:nvSpPr>
        <p:spPr>
          <a:xfrm>
            <a:off x="8737600" y="6426200"/>
            <a:ext cx="5511800" cy="838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4E0825-0380-47EC-488B-B3919549DBCF}"/>
              </a:ext>
            </a:extLst>
          </p:cNvPr>
          <p:cNvSpPr txBox="1"/>
          <p:nvPr/>
        </p:nvSpPr>
        <p:spPr>
          <a:xfrm>
            <a:off x="8991600" y="6718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>
                <a:solidFill>
                  <a:srgbClr val="5F796D"/>
                </a:solidFill>
                <a:latin typeface="Aptos" panose="020B0004020202020204" pitchFamily="34" charset="0"/>
              </a:rPr>
              <a:t>Overview | Sales | Stock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E3CAF2-9BA6-8C5F-4463-249031B211F5}"/>
              </a:ext>
            </a:extLst>
          </p:cNvPr>
          <p:cNvSpPr txBox="1"/>
          <p:nvPr/>
        </p:nvSpPr>
        <p:spPr>
          <a:xfrm>
            <a:off x="965200" y="82550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ABDAC"/>
                </a:solidFill>
                <a:latin typeface="Aptos" panose="020B0004020202020204" pitchFamily="34" charset="0"/>
              </a:rPr>
              <a:t>WarungAI  Â·  built for every shift</a:t>
            </a:r>
            <a:endParaRPr lang="en-MY" sz="1100">
              <a:solidFill>
                <a:srgbClr val="9ABDA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27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6C1290-6EEE-85B9-4DD5-1AFE42CACC05}"/>
              </a:ext>
            </a:extLst>
          </p:cNvPr>
          <p:cNvSpPr/>
          <p:nvPr/>
        </p:nvSpPr>
        <p:spPr>
          <a:xfrm>
            <a:off x="965200" y="1168400"/>
            <a:ext cx="2095500" cy="355600"/>
          </a:xfrm>
          <a:prstGeom prst="roundRect">
            <a:avLst/>
          </a:prstGeom>
          <a:solidFill>
            <a:srgbClr val="0C5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D968B-09C7-DE7F-CED1-2EE8A5DA9C00}"/>
              </a:ext>
            </a:extLst>
          </p:cNvPr>
          <p:cNvSpPr txBox="1"/>
          <p:nvPr/>
        </p:nvSpPr>
        <p:spPr>
          <a:xfrm>
            <a:off x="1117600" y="1270000"/>
            <a:ext cx="180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4B639"/>
                </a:solidFill>
                <a:latin typeface="Aptos" panose="020B0004020202020204" pitchFamily="34" charset="0"/>
              </a:rPr>
              <a:t>LANGUAGE 03 / 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820AB-E0BB-A1C6-0138-36AF44A61CDE}"/>
              </a:ext>
            </a:extLst>
          </p:cNvPr>
          <p:cNvSpPr txBox="1"/>
          <p:nvPr/>
        </p:nvSpPr>
        <p:spPr>
          <a:xfrm>
            <a:off x="965200" y="1905000"/>
            <a:ext cx="6350000" cy="5386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500" b="1">
                <a:solidFill>
                  <a:srgbClr val="F8FAF7"/>
                </a:solidFill>
                <a:latin typeface="Aptos" panose="020B0004020202020204" pitchFamily="34" charset="0"/>
              </a:rPr>
              <a:t>一键切换，中文界面立即就绪。</a:t>
            </a:r>
            <a:endParaRPr lang="en-MY" sz="35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81FD-E8EF-9BEF-7264-2F1A81DA5824}"/>
              </a:ext>
            </a:extLst>
          </p:cNvPr>
          <p:cNvSpPr txBox="1"/>
          <p:nvPr/>
        </p:nvSpPr>
        <p:spPr>
          <a:xfrm>
            <a:off x="965200" y="3708400"/>
            <a:ext cx="594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BFD7C9"/>
                </a:solidFill>
                <a:latin typeface="Aptos" panose="020B0004020202020204" pitchFamily="34" charset="0"/>
              </a:rPr>
              <a:t>从问候到销售记录，所有界面文字都切换为中文；语音输入也会跟着改变。</a:t>
            </a:r>
            <a:endParaRPr lang="en-MY" sz="1700">
              <a:solidFill>
                <a:srgbClr val="BFD7C9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23FC60-0BA9-1B5F-EBA6-49FF5FB0B30D}"/>
              </a:ext>
            </a:extLst>
          </p:cNvPr>
          <p:cNvSpPr/>
          <p:nvPr/>
        </p:nvSpPr>
        <p:spPr>
          <a:xfrm>
            <a:off x="965200" y="5359400"/>
            <a:ext cx="4089400" cy="939800"/>
          </a:xfrm>
          <a:prstGeom prst="roundRect">
            <a:avLst/>
          </a:prstGeom>
          <a:solidFill>
            <a:srgbClr val="0A5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2A8C8-5DED-9C3D-D725-751AF4842D55}"/>
              </a:ext>
            </a:extLst>
          </p:cNvPr>
          <p:cNvSpPr txBox="1"/>
          <p:nvPr/>
        </p:nvSpPr>
        <p:spPr>
          <a:xfrm>
            <a:off x="1219200" y="5588000"/>
            <a:ext cx="3505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 dirty="0">
                <a:solidFill>
                  <a:srgbClr val="F8FAF7"/>
                </a:solidFill>
                <a:latin typeface="Aptos" panose="020B0004020202020204" pitchFamily="34" charset="0"/>
              </a:rPr>
              <a:t>一键切换所有标签、提示和语音设置。</a:t>
            </a:r>
            <a:endParaRPr lang="en-MY" sz="1300" b="1" dirty="0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4BB77A-6B93-8BBB-14A8-8BB3B479C341}"/>
              </a:ext>
            </a:extLst>
          </p:cNvPr>
          <p:cNvSpPr/>
          <p:nvPr/>
        </p:nvSpPr>
        <p:spPr>
          <a:xfrm>
            <a:off x="8326315" y="1235828"/>
            <a:ext cx="6151685" cy="6282572"/>
          </a:xfrm>
          <a:prstGeom prst="roundRect">
            <a:avLst/>
          </a:prstGeom>
          <a:solidFill>
            <a:srgbClr val="F6F9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716B8B-9C60-E033-6F3B-6DD09D012252}"/>
              </a:ext>
            </a:extLst>
          </p:cNvPr>
          <p:cNvSpPr/>
          <p:nvPr/>
        </p:nvSpPr>
        <p:spPr>
          <a:xfrm>
            <a:off x="8737600" y="1651000"/>
            <a:ext cx="55118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CC7FA-F9CF-698B-3E47-473D0B557272}"/>
              </a:ext>
            </a:extLst>
          </p:cNvPr>
          <p:cNvSpPr txBox="1"/>
          <p:nvPr/>
        </p:nvSpPr>
        <p:spPr>
          <a:xfrm>
            <a:off x="8991600" y="1816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1392B"/>
                </a:solidFill>
                <a:latin typeface="Aptos" panose="020B0004020202020204" pitchFamily="34" charset="0"/>
              </a:rPr>
              <a:t>warungAI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3D16D2-CFB3-6BEF-E1F1-FAACE604F7E1}"/>
              </a:ext>
            </a:extLst>
          </p:cNvPr>
          <p:cNvSpPr/>
          <p:nvPr/>
        </p:nvSpPr>
        <p:spPr>
          <a:xfrm>
            <a:off x="12611100" y="1803400"/>
            <a:ext cx="1346200" cy="330200"/>
          </a:xfrm>
          <a:prstGeom prst="roundRect">
            <a:avLst/>
          </a:prstGeom>
          <a:solidFill>
            <a:srgbClr val="EAF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8666C3-3B98-9DFC-035E-919C8CD3531D}"/>
              </a:ext>
            </a:extLst>
          </p:cNvPr>
          <p:cNvSpPr txBox="1"/>
          <p:nvPr/>
        </p:nvSpPr>
        <p:spPr>
          <a:xfrm>
            <a:off x="12788900" y="1879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 b="1">
                <a:solidFill>
                  <a:srgbClr val="106A4A"/>
                </a:solidFill>
                <a:latin typeface="Aptos" panose="020B0004020202020204" pitchFamily="34" charset="0"/>
              </a:rPr>
              <a:t>中文</a:t>
            </a:r>
            <a:endParaRPr lang="en-MY" sz="1000" b="1">
              <a:solidFill>
                <a:srgbClr val="106A4A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12DD7-267D-479A-BD6A-E893B984566D}"/>
              </a:ext>
            </a:extLst>
          </p:cNvPr>
          <p:cNvSpPr txBox="1"/>
          <p:nvPr/>
        </p:nvSpPr>
        <p:spPr>
          <a:xfrm>
            <a:off x="8940800" y="2641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1392B"/>
                </a:solidFill>
                <a:latin typeface="Aptos" panose="020B0004020202020204" pitchFamily="34" charset="0"/>
              </a:rPr>
              <a:t>下午好， </a:t>
            </a:r>
            <a:r>
              <a:rPr lang="en-MY" sz="1700" b="1">
                <a:solidFill>
                  <a:srgbClr val="11392B"/>
                </a:solidFill>
                <a:latin typeface="Aptos" panose="020B0004020202020204" pitchFamily="34" charset="0"/>
              </a:rPr>
              <a:t>Lina</a:t>
            </a:r>
            <a:r>
              <a:rPr lang="ko-KR" altLang="en-US" sz="1700" b="1">
                <a:solidFill>
                  <a:srgbClr val="11392B"/>
                </a:solidFill>
                <a:latin typeface="Aptos" panose="020B0004020202020204" pitchFamily="34" charset="0"/>
              </a:rPr>
              <a:t>姐</a:t>
            </a:r>
            <a:endParaRPr lang="en-MY" sz="1700" b="1">
              <a:solidFill>
                <a:srgbClr val="11392B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64D3A-9B83-AF17-F06B-66C761AEA9DF}"/>
              </a:ext>
            </a:extLst>
          </p:cNvPr>
          <p:cNvSpPr txBox="1"/>
          <p:nvPr/>
        </p:nvSpPr>
        <p:spPr>
          <a:xfrm>
            <a:off x="8940800" y="30988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5F796D"/>
                </a:solidFill>
                <a:latin typeface="Aptos" panose="020B0004020202020204" pitchFamily="34" charset="0"/>
              </a:rPr>
              <a:t>今日销售</a:t>
            </a:r>
            <a:endParaRPr lang="en-MY" sz="1100">
              <a:solidFill>
                <a:srgbClr val="5F796D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3CD41-67BB-7D2D-D368-CFE7FD84B3D1}"/>
              </a:ext>
            </a:extLst>
          </p:cNvPr>
          <p:cNvSpPr txBox="1"/>
          <p:nvPr/>
        </p:nvSpPr>
        <p:spPr>
          <a:xfrm>
            <a:off x="8940800" y="3378200"/>
            <a:ext cx="317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>
                <a:solidFill>
                  <a:srgbClr val="11392B"/>
                </a:solidFill>
                <a:latin typeface="Aptos" panose="020B0004020202020204" pitchFamily="34" charset="0"/>
              </a:rPr>
              <a:t>RM 486.50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6B4D29-A1E5-9A94-679A-B9DB0F4212FB}"/>
              </a:ext>
            </a:extLst>
          </p:cNvPr>
          <p:cNvSpPr txBox="1"/>
          <p:nvPr/>
        </p:nvSpPr>
        <p:spPr>
          <a:xfrm>
            <a:off x="8940800" y="38989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b="1" dirty="0">
                <a:solidFill>
                  <a:srgbClr val="106A4A"/>
                </a:solidFill>
                <a:latin typeface="Aptos" panose="020B0004020202020204" pitchFamily="34" charset="0"/>
              </a:rPr>
              <a:t>+12.8% </a:t>
            </a:r>
            <a:r>
              <a:rPr lang="zh-CN" altLang="en-US" sz="1000" b="1" dirty="0">
                <a:solidFill>
                  <a:srgbClr val="106A4A"/>
                </a:solidFill>
                <a:latin typeface="Aptos" panose="020B0004020202020204" pitchFamily="34" charset="0"/>
              </a:rPr>
              <a:t>从昨天</a:t>
            </a:r>
            <a:endParaRPr lang="en-MY" sz="1000" b="1" dirty="0">
              <a:solidFill>
                <a:srgbClr val="106A4A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01839F-1965-8037-5E1E-EC0E84D89710}"/>
              </a:ext>
            </a:extLst>
          </p:cNvPr>
          <p:cNvSpPr/>
          <p:nvPr/>
        </p:nvSpPr>
        <p:spPr>
          <a:xfrm>
            <a:off x="8940800" y="4343400"/>
            <a:ext cx="5105400" cy="965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E1F10A-9655-BB5E-A62E-6579B2DE40CF}"/>
              </a:ext>
            </a:extLst>
          </p:cNvPr>
          <p:cNvSpPr txBox="1"/>
          <p:nvPr/>
        </p:nvSpPr>
        <p:spPr>
          <a:xfrm>
            <a:off x="9169400" y="4546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11392B"/>
                </a:solidFill>
                <a:latin typeface="Aptos" panose="020B0004020202020204" pitchFamily="34" charset="0"/>
              </a:rPr>
              <a:t>Nasi lemak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7381D4-D514-27CC-5D74-27DBBA1AB6E8}"/>
              </a:ext>
            </a:extLst>
          </p:cNvPr>
          <p:cNvSpPr txBox="1"/>
          <p:nvPr/>
        </p:nvSpPr>
        <p:spPr>
          <a:xfrm>
            <a:off x="9169400" y="48133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dirty="0">
                <a:solidFill>
                  <a:srgbClr val="5F796D"/>
                </a:solidFill>
                <a:latin typeface="Aptos" panose="020B0004020202020204" pitchFamily="34" charset="0"/>
              </a:rPr>
              <a:t>卖了</a:t>
            </a:r>
            <a:r>
              <a:rPr lang="en-MY" altLang="zh-CN" sz="1000" dirty="0">
                <a:solidFill>
                  <a:srgbClr val="5F796D"/>
                </a:solidFill>
                <a:latin typeface="Aptos" panose="020B0004020202020204" pitchFamily="34" charset="0"/>
              </a:rPr>
              <a:t>18</a:t>
            </a:r>
            <a:r>
              <a:rPr lang="zh-CN" altLang="en-US" sz="1000" dirty="0">
                <a:solidFill>
                  <a:srgbClr val="5F796D"/>
                </a:solidFill>
                <a:latin typeface="Aptos" panose="020B0004020202020204" pitchFamily="34" charset="0"/>
              </a:rPr>
              <a:t>个</a:t>
            </a:r>
            <a:endParaRPr lang="en-MY" sz="1000" dirty="0">
              <a:solidFill>
                <a:srgbClr val="5F796D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C2FBB-CD06-B39A-A9F6-4E1EE544B328}"/>
              </a:ext>
            </a:extLst>
          </p:cNvPr>
          <p:cNvSpPr txBox="1"/>
          <p:nvPr/>
        </p:nvSpPr>
        <p:spPr>
          <a:xfrm>
            <a:off x="12547600" y="46228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200" b="1">
                <a:solidFill>
                  <a:srgbClr val="11392B"/>
                </a:solidFill>
                <a:latin typeface="Aptos" panose="020B0004020202020204" pitchFamily="34" charset="0"/>
              </a:rPr>
              <a:t>RM 90.00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AA0B5A-B709-6814-F342-1F7824707113}"/>
              </a:ext>
            </a:extLst>
          </p:cNvPr>
          <p:cNvSpPr/>
          <p:nvPr/>
        </p:nvSpPr>
        <p:spPr>
          <a:xfrm>
            <a:off x="8940800" y="5511800"/>
            <a:ext cx="5105400" cy="609600"/>
          </a:xfrm>
          <a:prstGeom prst="roundRect">
            <a:avLst/>
          </a:prstGeom>
          <a:solidFill>
            <a:srgbClr val="106A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83C45B-E62C-8D25-F6B7-034F2047704D}"/>
              </a:ext>
            </a:extLst>
          </p:cNvPr>
          <p:cNvSpPr txBox="1"/>
          <p:nvPr/>
        </p:nvSpPr>
        <p:spPr>
          <a:xfrm>
            <a:off x="9169400" y="5715000"/>
            <a:ext cx="4635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记录销售</a:t>
            </a:r>
            <a:endParaRPr lang="en-MY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994A68-BDD0-9CB8-7146-E75D83180C63}"/>
              </a:ext>
            </a:extLst>
          </p:cNvPr>
          <p:cNvSpPr/>
          <p:nvPr/>
        </p:nvSpPr>
        <p:spPr>
          <a:xfrm>
            <a:off x="8737600" y="6426200"/>
            <a:ext cx="5511800" cy="838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B90C45-6086-6B60-740D-485AC75556E1}"/>
              </a:ext>
            </a:extLst>
          </p:cNvPr>
          <p:cNvSpPr txBox="1"/>
          <p:nvPr/>
        </p:nvSpPr>
        <p:spPr>
          <a:xfrm>
            <a:off x="8991600" y="6718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5F796D"/>
                </a:solidFill>
                <a:latin typeface="Aptos" panose="020B0004020202020204" pitchFamily="34" charset="0"/>
              </a:rPr>
              <a:t>总览 </a:t>
            </a:r>
            <a:r>
              <a:rPr lang="en-US" altLang="zh-CN" sz="1000">
                <a:solidFill>
                  <a:srgbClr val="5F796D"/>
                </a:solidFill>
                <a:latin typeface="Aptos" panose="020B0004020202020204" pitchFamily="34" charset="0"/>
              </a:rPr>
              <a:t>| </a:t>
            </a:r>
            <a:r>
              <a:rPr lang="zh-CN" altLang="en-US" sz="1000">
                <a:solidFill>
                  <a:srgbClr val="5F796D"/>
                </a:solidFill>
                <a:latin typeface="Aptos" panose="020B0004020202020204" pitchFamily="34" charset="0"/>
              </a:rPr>
              <a:t>销售 </a:t>
            </a:r>
            <a:r>
              <a:rPr lang="en-US" altLang="zh-CN" sz="1000">
                <a:solidFill>
                  <a:srgbClr val="5F796D"/>
                </a:solidFill>
                <a:latin typeface="Aptos" panose="020B0004020202020204" pitchFamily="34" charset="0"/>
              </a:rPr>
              <a:t>| </a:t>
            </a:r>
            <a:r>
              <a:rPr lang="zh-CN" altLang="en-US" sz="1000">
                <a:solidFill>
                  <a:srgbClr val="5F796D"/>
                </a:solidFill>
                <a:latin typeface="Aptos" panose="020B0004020202020204" pitchFamily="34" charset="0"/>
              </a:rPr>
              <a:t>库存</a:t>
            </a:r>
            <a:endParaRPr lang="en-MY" sz="1000">
              <a:solidFill>
                <a:srgbClr val="5F796D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94004-96A8-27D0-9E29-7AE30AB10013}"/>
              </a:ext>
            </a:extLst>
          </p:cNvPr>
          <p:cNvSpPr txBox="1"/>
          <p:nvPr/>
        </p:nvSpPr>
        <p:spPr>
          <a:xfrm>
            <a:off x="965200" y="82550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ABDAC"/>
                </a:solidFill>
                <a:latin typeface="Aptos" panose="020B0004020202020204" pitchFamily="34" charset="0"/>
              </a:rPr>
              <a:t>WarungAI  Â·  built for every shift</a:t>
            </a:r>
            <a:endParaRPr lang="en-MY" sz="1100">
              <a:solidFill>
                <a:srgbClr val="9ABDA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84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B12622-4B00-C9C3-0942-258284AADF7B}"/>
              </a:ext>
            </a:extLst>
          </p:cNvPr>
          <p:cNvSpPr/>
          <p:nvPr/>
        </p:nvSpPr>
        <p:spPr>
          <a:xfrm>
            <a:off x="965200" y="1168400"/>
            <a:ext cx="2095500" cy="355600"/>
          </a:xfrm>
          <a:prstGeom prst="roundRect">
            <a:avLst/>
          </a:prstGeom>
          <a:solidFill>
            <a:srgbClr val="0C5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42EB1-CA9C-1562-AC73-F433994C05F1}"/>
              </a:ext>
            </a:extLst>
          </p:cNvPr>
          <p:cNvSpPr txBox="1"/>
          <p:nvPr/>
        </p:nvSpPr>
        <p:spPr>
          <a:xfrm>
            <a:off x="1117600" y="1270000"/>
            <a:ext cx="180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4B639"/>
                </a:solidFill>
                <a:latin typeface="Aptos" panose="020B0004020202020204" pitchFamily="34" charset="0"/>
              </a:rPr>
              <a:t>THEME 01 /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ADDE8-F07B-401E-39BE-93EC0767C91B}"/>
              </a:ext>
            </a:extLst>
          </p:cNvPr>
          <p:cNvSpPr txBox="1"/>
          <p:nvPr/>
        </p:nvSpPr>
        <p:spPr>
          <a:xfrm>
            <a:off x="965200" y="1905000"/>
            <a:ext cx="6350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500" b="1" dirty="0">
                <a:solidFill>
                  <a:srgbClr val="F8FAF7"/>
                </a:solidFill>
                <a:latin typeface="Aptos" panose="020B0004020202020204" pitchFamily="34" charset="0"/>
              </a:rPr>
              <a:t>Light mode for the first prep of the day.</a:t>
            </a:r>
            <a:endParaRPr lang="en-MY" sz="3500" b="1" dirty="0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69CFB-C400-2B5B-0AF3-38DD91EBB4E1}"/>
              </a:ext>
            </a:extLst>
          </p:cNvPr>
          <p:cNvSpPr txBox="1"/>
          <p:nvPr/>
        </p:nvSpPr>
        <p:spPr>
          <a:xfrm>
            <a:off x="965200" y="3708400"/>
            <a:ext cx="594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BFD7C9"/>
                </a:solidFill>
                <a:latin typeface="Aptos" panose="020B0004020202020204" pitchFamily="34" charset="0"/>
              </a:rPr>
              <a:t>A crisp, high-contrast workspace that keeps the busy morning flow easy to read.</a:t>
            </a:r>
            <a:endParaRPr lang="en-MY" sz="1700">
              <a:solidFill>
                <a:srgbClr val="BFD7C9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A7A36-E2B4-0260-EB52-EC3CBACE4C0D}"/>
              </a:ext>
            </a:extLst>
          </p:cNvPr>
          <p:cNvSpPr/>
          <p:nvPr/>
        </p:nvSpPr>
        <p:spPr>
          <a:xfrm>
            <a:off x="965200" y="5359400"/>
            <a:ext cx="4089400" cy="939800"/>
          </a:xfrm>
          <a:prstGeom prst="roundRect">
            <a:avLst/>
          </a:prstGeom>
          <a:solidFill>
            <a:srgbClr val="0A5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C4399-0787-00F2-6F88-1C498FB43B72}"/>
              </a:ext>
            </a:extLst>
          </p:cNvPr>
          <p:cNvSpPr txBox="1"/>
          <p:nvPr/>
        </p:nvSpPr>
        <p:spPr>
          <a:xfrm>
            <a:off x="1219200" y="5588000"/>
            <a:ext cx="3505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8FAF7"/>
                </a:solidFill>
                <a:latin typeface="Aptos" panose="020B0004020202020204" pitchFamily="34" charset="0"/>
              </a:rPr>
              <a:t>One tap changes every label, prompt and voice setting.</a:t>
            </a:r>
            <a:endParaRPr lang="en-MY" sz="13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4D0C00-0EA9-C1CD-F000-11538035A189}"/>
              </a:ext>
            </a:extLst>
          </p:cNvPr>
          <p:cNvSpPr/>
          <p:nvPr/>
        </p:nvSpPr>
        <p:spPr>
          <a:xfrm>
            <a:off x="8308731" y="1270000"/>
            <a:ext cx="6169269" cy="6248400"/>
          </a:xfrm>
          <a:prstGeom prst="roundRect">
            <a:avLst/>
          </a:prstGeom>
          <a:solidFill>
            <a:srgbClr val="F6F9F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76EC35-A2AC-F2D8-33FA-99A811BB9FCF}"/>
              </a:ext>
            </a:extLst>
          </p:cNvPr>
          <p:cNvSpPr/>
          <p:nvPr/>
        </p:nvSpPr>
        <p:spPr>
          <a:xfrm>
            <a:off x="8737600" y="1651000"/>
            <a:ext cx="5511800" cy="6604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E9B9C-FD36-F9DB-784F-B91B3C6A74AA}"/>
              </a:ext>
            </a:extLst>
          </p:cNvPr>
          <p:cNvSpPr txBox="1"/>
          <p:nvPr/>
        </p:nvSpPr>
        <p:spPr>
          <a:xfrm>
            <a:off x="8991600" y="1816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11392B"/>
                </a:solidFill>
                <a:latin typeface="Aptos" panose="020B0004020202020204" pitchFamily="34" charset="0"/>
              </a:rPr>
              <a:t>warungAI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8B9A69-DCE1-18B5-B8AC-74CF401D1BE8}"/>
              </a:ext>
            </a:extLst>
          </p:cNvPr>
          <p:cNvSpPr/>
          <p:nvPr/>
        </p:nvSpPr>
        <p:spPr>
          <a:xfrm>
            <a:off x="12611100" y="1803400"/>
            <a:ext cx="1346200" cy="330200"/>
          </a:xfrm>
          <a:prstGeom prst="roundRect">
            <a:avLst/>
          </a:prstGeom>
          <a:solidFill>
            <a:srgbClr val="EAF4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658AE4-DFFA-1A0B-162D-047D6B4F4325}"/>
              </a:ext>
            </a:extLst>
          </p:cNvPr>
          <p:cNvSpPr txBox="1"/>
          <p:nvPr/>
        </p:nvSpPr>
        <p:spPr>
          <a:xfrm>
            <a:off x="12788900" y="1879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Light mode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CAD14E-5809-19DE-629B-5BECDF2604C3}"/>
              </a:ext>
            </a:extLst>
          </p:cNvPr>
          <p:cNvSpPr txBox="1"/>
          <p:nvPr/>
        </p:nvSpPr>
        <p:spPr>
          <a:xfrm>
            <a:off x="8940800" y="2641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700" b="1">
                <a:solidFill>
                  <a:srgbClr val="11392B"/>
                </a:solidFill>
                <a:latin typeface="Aptos" panose="020B0004020202020204" pitchFamily="34" charset="0"/>
              </a:rPr>
              <a:t>Good morning, Kak Lina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12B308-C315-3309-79B6-4CF7598ED6D1}"/>
              </a:ext>
            </a:extLst>
          </p:cNvPr>
          <p:cNvSpPr txBox="1"/>
          <p:nvPr/>
        </p:nvSpPr>
        <p:spPr>
          <a:xfrm>
            <a:off x="8940800" y="30988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100">
                <a:solidFill>
                  <a:srgbClr val="5F796D"/>
                </a:solidFill>
                <a:latin typeface="Aptos" panose="020B0004020202020204" pitchFamily="34" charset="0"/>
              </a:rPr>
              <a:t>Today's sales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B30C1-79BF-13E5-E738-5750712526F0}"/>
              </a:ext>
            </a:extLst>
          </p:cNvPr>
          <p:cNvSpPr txBox="1"/>
          <p:nvPr/>
        </p:nvSpPr>
        <p:spPr>
          <a:xfrm>
            <a:off x="8940800" y="3378200"/>
            <a:ext cx="317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>
                <a:solidFill>
                  <a:srgbClr val="11392B"/>
                </a:solidFill>
                <a:latin typeface="Aptos" panose="020B0004020202020204" pitchFamily="34" charset="0"/>
              </a:rPr>
              <a:t>RM 486.50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D212E-9EBA-A218-4280-E119FFE9486A}"/>
              </a:ext>
            </a:extLst>
          </p:cNvPr>
          <p:cNvSpPr txBox="1"/>
          <p:nvPr/>
        </p:nvSpPr>
        <p:spPr>
          <a:xfrm>
            <a:off x="8940800" y="38989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+12.8% vs yesterday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4B3B04-A7F4-FA9D-BEDF-DBD791C1239F}"/>
              </a:ext>
            </a:extLst>
          </p:cNvPr>
          <p:cNvSpPr/>
          <p:nvPr/>
        </p:nvSpPr>
        <p:spPr>
          <a:xfrm>
            <a:off x="8940800" y="4343400"/>
            <a:ext cx="5105400" cy="965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AA9E73-8A30-C17B-0F45-530C2D637D52}"/>
              </a:ext>
            </a:extLst>
          </p:cNvPr>
          <p:cNvSpPr txBox="1"/>
          <p:nvPr/>
        </p:nvSpPr>
        <p:spPr>
          <a:xfrm>
            <a:off x="9169400" y="4546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11392B"/>
                </a:solidFill>
                <a:latin typeface="Aptos" panose="020B0004020202020204" pitchFamily="34" charset="0"/>
              </a:rPr>
              <a:t>Nasi lemak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87A63C-461C-0F90-09D7-61CEA617E99E}"/>
              </a:ext>
            </a:extLst>
          </p:cNvPr>
          <p:cNvSpPr txBox="1"/>
          <p:nvPr/>
        </p:nvSpPr>
        <p:spPr>
          <a:xfrm>
            <a:off x="9169400" y="48133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>
                <a:solidFill>
                  <a:srgbClr val="5F796D"/>
                </a:solidFill>
                <a:latin typeface="Aptos" panose="020B0004020202020204" pitchFamily="34" charset="0"/>
              </a:rPr>
              <a:t>18 sold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198622-2363-6A91-20A4-B98937CBE52C}"/>
              </a:ext>
            </a:extLst>
          </p:cNvPr>
          <p:cNvSpPr txBox="1"/>
          <p:nvPr/>
        </p:nvSpPr>
        <p:spPr>
          <a:xfrm>
            <a:off x="12547600" y="46228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200" b="1">
                <a:solidFill>
                  <a:srgbClr val="11392B"/>
                </a:solidFill>
                <a:latin typeface="Aptos" panose="020B0004020202020204" pitchFamily="34" charset="0"/>
              </a:rPr>
              <a:t>RM 90.00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FD02463-BB8D-335F-B198-F17279C49021}"/>
              </a:ext>
            </a:extLst>
          </p:cNvPr>
          <p:cNvSpPr/>
          <p:nvPr/>
        </p:nvSpPr>
        <p:spPr>
          <a:xfrm>
            <a:off x="8940800" y="5511800"/>
            <a:ext cx="5105400" cy="609600"/>
          </a:xfrm>
          <a:prstGeom prst="roundRect">
            <a:avLst/>
          </a:prstGeom>
          <a:solidFill>
            <a:srgbClr val="106A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11918-57B4-545E-CF53-2E20546FA83A}"/>
              </a:ext>
            </a:extLst>
          </p:cNvPr>
          <p:cNvSpPr txBox="1"/>
          <p:nvPr/>
        </p:nvSpPr>
        <p:spPr>
          <a:xfrm>
            <a:off x="9169400" y="5715000"/>
            <a:ext cx="4635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300" b="1">
                <a:solidFill>
                  <a:srgbClr val="FFFFFF"/>
                </a:solidFill>
                <a:latin typeface="Aptos" panose="020B0004020202020204" pitchFamily="34" charset="0"/>
              </a:rPr>
              <a:t>Record sale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279421-42EB-0114-D1FF-578676EDBEDA}"/>
              </a:ext>
            </a:extLst>
          </p:cNvPr>
          <p:cNvSpPr/>
          <p:nvPr/>
        </p:nvSpPr>
        <p:spPr>
          <a:xfrm>
            <a:off x="8737600" y="6426200"/>
            <a:ext cx="5511800" cy="8382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C6A14-4056-214E-D265-9B358C2C2F31}"/>
              </a:ext>
            </a:extLst>
          </p:cNvPr>
          <p:cNvSpPr txBox="1"/>
          <p:nvPr/>
        </p:nvSpPr>
        <p:spPr>
          <a:xfrm>
            <a:off x="8991600" y="6718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>
                <a:solidFill>
                  <a:srgbClr val="5F796D"/>
                </a:solidFill>
                <a:latin typeface="Aptos" panose="020B0004020202020204" pitchFamily="34" charset="0"/>
              </a:rPr>
              <a:t>Overview | Sales | Stock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0EE80D-FF7B-B6E7-CBC7-10C1C3C47B10}"/>
              </a:ext>
            </a:extLst>
          </p:cNvPr>
          <p:cNvSpPr txBox="1"/>
          <p:nvPr/>
        </p:nvSpPr>
        <p:spPr>
          <a:xfrm>
            <a:off x="965200" y="82550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ABDAC"/>
                </a:solidFill>
                <a:latin typeface="Aptos" panose="020B0004020202020204" pitchFamily="34" charset="0"/>
              </a:rPr>
              <a:t>WarungAI  Â·  built for every shift</a:t>
            </a:r>
            <a:endParaRPr lang="en-MY" sz="1100">
              <a:solidFill>
                <a:srgbClr val="9ABDA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481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D21A26C-6AE6-8191-112E-E7AD4D9C3D68}"/>
              </a:ext>
            </a:extLst>
          </p:cNvPr>
          <p:cNvSpPr/>
          <p:nvPr/>
        </p:nvSpPr>
        <p:spPr>
          <a:xfrm>
            <a:off x="965200" y="1168400"/>
            <a:ext cx="2095500" cy="355600"/>
          </a:xfrm>
          <a:prstGeom prst="roundRect">
            <a:avLst/>
          </a:prstGeom>
          <a:solidFill>
            <a:srgbClr val="0C5E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EA5B4-451E-6DE6-1174-F1961ADA9382}"/>
              </a:ext>
            </a:extLst>
          </p:cNvPr>
          <p:cNvSpPr txBox="1"/>
          <p:nvPr/>
        </p:nvSpPr>
        <p:spPr>
          <a:xfrm>
            <a:off x="1117600" y="1270000"/>
            <a:ext cx="1803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900" b="1">
                <a:solidFill>
                  <a:srgbClr val="F4B639"/>
                </a:solidFill>
                <a:latin typeface="Aptos" panose="020B0004020202020204" pitchFamily="34" charset="0"/>
              </a:rPr>
              <a:t>THEME 02 / 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82F5F-4196-ED2E-1ECF-C30416FFE875}"/>
              </a:ext>
            </a:extLst>
          </p:cNvPr>
          <p:cNvSpPr txBox="1"/>
          <p:nvPr/>
        </p:nvSpPr>
        <p:spPr>
          <a:xfrm>
            <a:off x="965200" y="1905000"/>
            <a:ext cx="6350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500" b="1">
                <a:solidFill>
                  <a:srgbClr val="F8FAF7"/>
                </a:solidFill>
                <a:latin typeface="Aptos" panose="020B0004020202020204" pitchFamily="34" charset="0"/>
              </a:rPr>
              <a:t>Dark mode for the last close of the night.</a:t>
            </a:r>
            <a:endParaRPr lang="en-MY" sz="35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17E9F-4AEF-B0E6-2B08-81BE694FFD0B}"/>
              </a:ext>
            </a:extLst>
          </p:cNvPr>
          <p:cNvSpPr txBox="1"/>
          <p:nvPr/>
        </p:nvSpPr>
        <p:spPr>
          <a:xfrm>
            <a:off x="965200" y="3708400"/>
            <a:ext cx="59436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BFD7C9"/>
                </a:solidFill>
                <a:latin typeface="Aptos" panose="020B0004020202020204" pitchFamily="34" charset="0"/>
              </a:rPr>
              <a:t>The same dashboard, softened for late hours - without changing the sales workflow.</a:t>
            </a:r>
            <a:endParaRPr lang="en-MY" sz="1700">
              <a:solidFill>
                <a:srgbClr val="BFD7C9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C0ACD4-3130-B177-70EA-D60AEB10B0A6}"/>
              </a:ext>
            </a:extLst>
          </p:cNvPr>
          <p:cNvSpPr/>
          <p:nvPr/>
        </p:nvSpPr>
        <p:spPr>
          <a:xfrm>
            <a:off x="965200" y="5359400"/>
            <a:ext cx="4089400" cy="939800"/>
          </a:xfrm>
          <a:prstGeom prst="roundRect">
            <a:avLst/>
          </a:prstGeom>
          <a:solidFill>
            <a:srgbClr val="0A53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F9EA1-9884-542D-0631-0D1A1DADD521}"/>
              </a:ext>
            </a:extLst>
          </p:cNvPr>
          <p:cNvSpPr txBox="1"/>
          <p:nvPr/>
        </p:nvSpPr>
        <p:spPr>
          <a:xfrm>
            <a:off x="1219200" y="5588000"/>
            <a:ext cx="3505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8FAF7"/>
                </a:solidFill>
                <a:latin typeface="Aptos" panose="020B0004020202020204" pitchFamily="34" charset="0"/>
              </a:rPr>
              <a:t>One tap changes every label, prompt and voice setting.</a:t>
            </a:r>
            <a:endParaRPr lang="en-MY" sz="1300" b="1">
              <a:solidFill>
                <a:srgbClr val="F8FAF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D731D2-5A19-BA9F-DB4D-4D95EC31D885}"/>
              </a:ext>
            </a:extLst>
          </p:cNvPr>
          <p:cNvSpPr/>
          <p:nvPr/>
        </p:nvSpPr>
        <p:spPr>
          <a:xfrm>
            <a:off x="8370277" y="1280725"/>
            <a:ext cx="6107723" cy="6237675"/>
          </a:xfrm>
          <a:prstGeom prst="roundRect">
            <a:avLst/>
          </a:prstGeom>
          <a:solidFill>
            <a:srgbClr val="13282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49F7AB-2A65-C29C-D001-04D825491622}"/>
              </a:ext>
            </a:extLst>
          </p:cNvPr>
          <p:cNvSpPr/>
          <p:nvPr/>
        </p:nvSpPr>
        <p:spPr>
          <a:xfrm>
            <a:off x="8737600" y="1651000"/>
            <a:ext cx="5511800" cy="660400"/>
          </a:xfrm>
          <a:prstGeom prst="roundRect">
            <a:avLst/>
          </a:prstGeom>
          <a:solidFill>
            <a:srgbClr val="1C3A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65C897-9521-51BE-4BFB-59B8DB58E0F0}"/>
              </a:ext>
            </a:extLst>
          </p:cNvPr>
          <p:cNvSpPr txBox="1"/>
          <p:nvPr/>
        </p:nvSpPr>
        <p:spPr>
          <a:xfrm>
            <a:off x="8991600" y="1816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b="1">
                <a:solidFill>
                  <a:srgbClr val="F6F9F5"/>
                </a:solidFill>
                <a:latin typeface="Aptos" panose="020B0004020202020204" pitchFamily="34" charset="0"/>
              </a:rPr>
              <a:t>warungAI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AB600F-CC88-955A-5769-11295248CDD6}"/>
              </a:ext>
            </a:extLst>
          </p:cNvPr>
          <p:cNvSpPr/>
          <p:nvPr/>
        </p:nvSpPr>
        <p:spPr>
          <a:xfrm>
            <a:off x="12611100" y="1803400"/>
            <a:ext cx="1346200" cy="330200"/>
          </a:xfrm>
          <a:prstGeom prst="roundRect">
            <a:avLst/>
          </a:prstGeom>
          <a:solidFill>
            <a:srgbClr val="2247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DE8BE-D22B-4EEF-5D15-784237503C3C}"/>
              </a:ext>
            </a:extLst>
          </p:cNvPr>
          <p:cNvSpPr txBox="1"/>
          <p:nvPr/>
        </p:nvSpPr>
        <p:spPr>
          <a:xfrm>
            <a:off x="12788900" y="1879600"/>
            <a:ext cx="101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Dark mode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7BAE2E-11A3-EACC-9908-5B82F52F6F1A}"/>
              </a:ext>
            </a:extLst>
          </p:cNvPr>
          <p:cNvSpPr txBox="1"/>
          <p:nvPr/>
        </p:nvSpPr>
        <p:spPr>
          <a:xfrm>
            <a:off x="8940800" y="26416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700" b="1">
                <a:solidFill>
                  <a:srgbClr val="F6F9F5"/>
                </a:solidFill>
                <a:latin typeface="Aptos" panose="020B0004020202020204" pitchFamily="34" charset="0"/>
              </a:rPr>
              <a:t>Good evening, Kak Lina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9BA42B-B0A7-E216-7C14-BA51BC18165F}"/>
              </a:ext>
            </a:extLst>
          </p:cNvPr>
          <p:cNvSpPr txBox="1"/>
          <p:nvPr/>
        </p:nvSpPr>
        <p:spPr>
          <a:xfrm>
            <a:off x="8940800" y="30988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100">
                <a:solidFill>
                  <a:srgbClr val="B0C7BC"/>
                </a:solidFill>
                <a:latin typeface="Aptos" panose="020B0004020202020204" pitchFamily="34" charset="0"/>
              </a:rPr>
              <a:t>Today's sales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D03F3-48A5-6545-B36B-D22CCDA13AF4}"/>
              </a:ext>
            </a:extLst>
          </p:cNvPr>
          <p:cNvSpPr txBox="1"/>
          <p:nvPr/>
        </p:nvSpPr>
        <p:spPr>
          <a:xfrm>
            <a:off x="8940800" y="3378200"/>
            <a:ext cx="317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2700" b="1">
                <a:solidFill>
                  <a:srgbClr val="F6F9F5"/>
                </a:solidFill>
                <a:latin typeface="Aptos" panose="020B0004020202020204" pitchFamily="34" charset="0"/>
              </a:rPr>
              <a:t>RM 486.50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0957F0-797D-55EA-19E2-0F2DAEBEC124}"/>
              </a:ext>
            </a:extLst>
          </p:cNvPr>
          <p:cNvSpPr txBox="1"/>
          <p:nvPr/>
        </p:nvSpPr>
        <p:spPr>
          <a:xfrm>
            <a:off x="8940800" y="38989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 b="1">
                <a:solidFill>
                  <a:srgbClr val="106A4A"/>
                </a:solidFill>
                <a:latin typeface="Aptos" panose="020B0004020202020204" pitchFamily="34" charset="0"/>
              </a:rPr>
              <a:t>+12.8% vs yesterday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7860DD-6D2A-2EA0-EA36-A7C04A9EB984}"/>
              </a:ext>
            </a:extLst>
          </p:cNvPr>
          <p:cNvSpPr/>
          <p:nvPr/>
        </p:nvSpPr>
        <p:spPr>
          <a:xfrm>
            <a:off x="8940800" y="4343400"/>
            <a:ext cx="5105400" cy="965200"/>
          </a:xfrm>
          <a:prstGeom prst="roundRect">
            <a:avLst/>
          </a:prstGeom>
          <a:solidFill>
            <a:srgbClr val="1C3A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18E30-E87E-546E-0A8C-123F48E6E855}"/>
              </a:ext>
            </a:extLst>
          </p:cNvPr>
          <p:cNvSpPr txBox="1"/>
          <p:nvPr/>
        </p:nvSpPr>
        <p:spPr>
          <a:xfrm>
            <a:off x="9169400" y="4546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300" b="1">
                <a:solidFill>
                  <a:srgbClr val="F6F9F5"/>
                </a:solidFill>
                <a:latin typeface="Aptos" panose="020B0004020202020204" pitchFamily="34" charset="0"/>
              </a:rPr>
              <a:t>Nasi lemak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57ACF2-19D8-CA3B-00EF-A0436D125F60}"/>
              </a:ext>
            </a:extLst>
          </p:cNvPr>
          <p:cNvSpPr txBox="1"/>
          <p:nvPr/>
        </p:nvSpPr>
        <p:spPr>
          <a:xfrm>
            <a:off x="9169400" y="48133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000">
                <a:solidFill>
                  <a:srgbClr val="B0C7BC"/>
                </a:solidFill>
                <a:latin typeface="Aptos" panose="020B0004020202020204" pitchFamily="34" charset="0"/>
              </a:rPr>
              <a:t>18 sold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3F39B-3150-7811-B5DD-5F00BE48A682}"/>
              </a:ext>
            </a:extLst>
          </p:cNvPr>
          <p:cNvSpPr txBox="1"/>
          <p:nvPr/>
        </p:nvSpPr>
        <p:spPr>
          <a:xfrm>
            <a:off x="12547600" y="46228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MY" sz="1200" b="1">
                <a:solidFill>
                  <a:srgbClr val="F6F9F5"/>
                </a:solidFill>
                <a:latin typeface="Aptos" panose="020B0004020202020204" pitchFamily="34" charset="0"/>
              </a:rPr>
              <a:t>RM 90.00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56D166-FAC7-0F85-CB21-1A666ADBFD9A}"/>
              </a:ext>
            </a:extLst>
          </p:cNvPr>
          <p:cNvSpPr/>
          <p:nvPr/>
        </p:nvSpPr>
        <p:spPr>
          <a:xfrm>
            <a:off x="8940800" y="5511800"/>
            <a:ext cx="5105400" cy="609600"/>
          </a:xfrm>
          <a:prstGeom prst="roundRect">
            <a:avLst/>
          </a:prstGeom>
          <a:solidFill>
            <a:srgbClr val="106A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564-03BD-81FD-4056-E84DE34B9C74}"/>
              </a:ext>
            </a:extLst>
          </p:cNvPr>
          <p:cNvSpPr txBox="1"/>
          <p:nvPr/>
        </p:nvSpPr>
        <p:spPr>
          <a:xfrm>
            <a:off x="9169400" y="5715000"/>
            <a:ext cx="4635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300" b="1">
                <a:solidFill>
                  <a:srgbClr val="FFFFFF"/>
                </a:solidFill>
                <a:latin typeface="Aptos" panose="020B0004020202020204" pitchFamily="34" charset="0"/>
              </a:rPr>
              <a:t>Record sale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3225A6E-B031-E09E-0E21-C49202F93BC8}"/>
              </a:ext>
            </a:extLst>
          </p:cNvPr>
          <p:cNvSpPr/>
          <p:nvPr/>
        </p:nvSpPr>
        <p:spPr>
          <a:xfrm>
            <a:off x="8737600" y="6426200"/>
            <a:ext cx="5511800" cy="838200"/>
          </a:xfrm>
          <a:prstGeom prst="roundRect">
            <a:avLst/>
          </a:prstGeom>
          <a:solidFill>
            <a:srgbClr val="1C3A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B9CD44-E288-5B9D-C67A-24EA7A045400}"/>
              </a:ext>
            </a:extLst>
          </p:cNvPr>
          <p:cNvSpPr txBox="1"/>
          <p:nvPr/>
        </p:nvSpPr>
        <p:spPr>
          <a:xfrm>
            <a:off x="8991600" y="6718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MY" sz="1000">
                <a:solidFill>
                  <a:srgbClr val="B0C7BC"/>
                </a:solidFill>
                <a:latin typeface="Aptos" panose="020B0004020202020204" pitchFamily="34" charset="0"/>
              </a:rPr>
              <a:t>Overview | Sales | Stock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B05B88-1086-A6E2-2005-1C61D300C122}"/>
              </a:ext>
            </a:extLst>
          </p:cNvPr>
          <p:cNvSpPr txBox="1"/>
          <p:nvPr/>
        </p:nvSpPr>
        <p:spPr>
          <a:xfrm>
            <a:off x="965200" y="82550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9ABDAC"/>
                </a:solidFill>
                <a:latin typeface="Aptos" panose="020B0004020202020204" pitchFamily="34" charset="0"/>
              </a:rPr>
              <a:t>WarungAI  Â·  built for every shift</a:t>
            </a:r>
            <a:endParaRPr lang="en-MY" sz="1100">
              <a:solidFill>
                <a:srgbClr val="9ABDA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8940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0233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4B740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OCR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via Firebase AI Logic: structured JSON straight from crumpled, faded or handwritten receipts — and ~350 lines of regex parsing retired. App Check keeps the key out of the client.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70832" y="1463040"/>
            <a:ext cx="3566160" cy="40233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Shape 6"/>
          <p:cNvSpPr/>
          <p:nvPr/>
        </p:nvSpPr>
        <p:spPr>
          <a:xfrm>
            <a:off x="4690872" y="182880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954" y="20308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0872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inventory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90872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stock math into Postgres functions so a sale and its stock change succeed or fail together — no drift under concurrent rush-hour devices.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93024" y="1463040"/>
            <a:ext cx="3566160" cy="4023360"/>
          </a:xfrm>
          <a:prstGeom prst="roundRect">
            <a:avLst>
              <a:gd name="adj" fmla="val 3590"/>
            </a:avLst>
          </a:prstGeom>
          <a:solidFill>
            <a:srgbClr val="E8F5EE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Shape 10"/>
          <p:cNvSpPr/>
          <p:nvPr/>
        </p:nvSpPr>
        <p:spPr>
          <a:xfrm>
            <a:off x="8513064" y="1828800"/>
            <a:ext cx="777240" cy="777240"/>
          </a:xfrm>
          <a:prstGeom prst="ellipse">
            <a:avLst/>
          </a:prstGeom>
          <a:solidFill>
            <a:srgbClr val="176B43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5146" y="203088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13064" y="28346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requests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513064" y="338328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87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sale in place, recurring expenses (sewa, utilities), and CSV export — the paperwork micro-lenders and accountants actually ask for.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builds on what already works today — nothing on this slide is required for the demo.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onye\OneDrive\Documents\GitHub\WarungAI\public\pwa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256" y="1371600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834640"/>
            <a:ext cx="9445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kasih.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371600" y="379476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rush. Understand the week.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5029200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FB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Stall is one click away — no account needed.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1848</Words>
  <Application>Microsoft Office PowerPoint</Application>
  <PresentationFormat>Widescreen</PresentationFormat>
  <Paragraphs>206</Paragraphs>
  <Slides>16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WarungAI — Hackathon Pitch</dc:title>
  <dc:subject>PptxGenJS Presentation</dc:subject>
  <dc:creator>WarungAI</dc:creator>
  <cp:lastModifiedBy>Hon Yen Yang</cp:lastModifiedBy>
  <cp:revision>1</cp:revision>
  <dcterms:created xsi:type="dcterms:W3CDTF">2026-07-18T00:14:29Z</dcterms:created>
  <dcterms:modified xsi:type="dcterms:W3CDTF">2026-07-18T00:49:11Z</dcterms:modified>
</cp:coreProperties>
</file>